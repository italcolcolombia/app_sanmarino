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template/slideMasters/slideMaster1.xml" ContentType="application/vnd.openxmlformats-officedocument.presentationml.slideMaster+xml"/>
  <Override PartName="/ppt/template/theme/theme1.xml" ContentType="application/vnd.openxmlformats-officedocument.theme+xml"/>
  <Override PartName="/ppt/template/slideLayouts/slideLayout1.xml" ContentType="application/vnd.openxmlformats-officedocument.presentationml.slideLayout+xml"/>
  <Override PartName="/ppt/template/slideLayouts/slideLayout2.xml" ContentType="application/vnd.openxmlformats-officedocument.presentationml.slideLayout+xml"/>
  <Override PartName="/ppt/template/slideLayouts/slideLayout3.xml" ContentType="application/vnd.openxmlformats-officedocument.presentationml.slideLayout+xml"/>
  <Override PartName="/ppt/template/slideLayouts/slideLayout4.xml" ContentType="application/vnd.openxmlformats-officedocument.presentationml.slideLayout+xml"/>
  <Override PartName="/ppt/template/slideLayouts/slideLayout5.xml" ContentType="application/vnd.openxmlformats-officedocument.presentationml.slideLayout+xml"/>
  <Override PartName="/ppt/template/slideLayouts/slideLayout6.xml" ContentType="application/vnd.openxmlformats-officedocument.presentationml.slideLayout+xml"/>
  <Override PartName="/ppt/template/slideLayouts/slideLayout7.xml" ContentType="application/vnd.openxmlformats-officedocument.presentationml.slideLayout+xml"/>
  <Override PartName="/ppt/template/slideLayouts/slideLayout8.xml" ContentType="application/vnd.openxmlformats-officedocument.presentationml.slideLayout+xml"/>
  <Override PartName="/ppt/template/slideLayouts/slideLayout9.xml" ContentType="application/vnd.openxmlformats-officedocument.presentationml.slideLayout+xml"/>
  <Override PartName="/ppt/template/slideLayouts/slideLayout10.xml" ContentType="application/vnd.openxmlformats-officedocument.presentationml.slideLayout+xml"/>
  <Override PartName="/ppt/template/slideLayouts/slideLayout11.xml" ContentType="application/vnd.openxmlformats-officedocument.presentationml.slideLayout+xml"/>
</Types>
</file>

<file path=_rels/.rels>&#65279;<?xml version="1.0" encoding="utf-8"?><Relationships xmlns="http://schemas.openxmlformats.org/package/2006/relationships"><Relationship Type="http://schemas.openxmlformats.org/package/2006/relationships/metadata/core-properties" Target="/docProps/core.xml" Id="Rd73cd6d8646547b5" /><Relationship Type="http://schemas.openxmlformats.org/officeDocument/2006/relationships/extended-properties" Target="/docProps/app.xml" Id="R59479d6844964d16" /><Relationship Type="http://schemas.openxmlformats.org/officeDocument/2006/relationships/officeDocument" Target="/ppt/presentation.xml" Id="R6113a0b76bfb495e" /></Relationships>
</file>

<file path=ppt/presentation.xml><?xml version="1.0" encoding="utf-8"?>
<p:presentation xmlns:p="http://schemas.openxmlformats.org/presentationml/2006/main">
  <p:sldMasterIdLst>
    <p:sldMasterId xmlns:r="http://schemas.openxmlformats.org/officeDocument/2006/relationships" id="2147483648" r:id="R691d80c9a56e4adf"/>
  </p:sldMasterIdLst>
  <p:notesMasterIdLst>
    <p:notesMasterId xmlns:r="http://schemas.openxmlformats.org/officeDocument/2006/relationships" r:id="Re86453e745954830"/>
  </p:notesMasterIdLst>
  <p:sldIdLst>
    <p:sldId xmlns:r="http://schemas.openxmlformats.org/officeDocument/2006/relationships" id="256" r:id="Rbf18d991619b48f6"/>
    <p:sldId xmlns:r="http://schemas.openxmlformats.org/officeDocument/2006/relationships" id="257" r:id="R01fefa9fea0c466f"/>
    <p:sldId xmlns:r="http://schemas.openxmlformats.org/officeDocument/2006/relationships" id="258" r:id="R40c9aab5b430427e"/>
    <p:sldId xmlns:r="http://schemas.openxmlformats.org/officeDocument/2006/relationships" id="259" r:id="R126495c14e814bc7"/>
    <p:sldId xmlns:r="http://schemas.openxmlformats.org/officeDocument/2006/relationships" id="260" r:id="R42eaaeefa8ec48e6"/>
    <p:sldId xmlns:r="http://schemas.openxmlformats.org/officeDocument/2006/relationships" id="261" r:id="R450291e11dd648fb"/>
    <p:sldId xmlns:r="http://schemas.openxmlformats.org/officeDocument/2006/relationships" id="262" r:id="R349e60a9f85b4d1d"/>
    <p:sldId xmlns:r="http://schemas.openxmlformats.org/officeDocument/2006/relationships" id="263" r:id="R6b0ebd5c63654648"/>
    <p:sldId xmlns:r="http://schemas.openxmlformats.org/officeDocument/2006/relationships" id="264" r:id="R694d1d0057f54107"/>
    <p:sldId xmlns:r="http://schemas.openxmlformats.org/officeDocument/2006/relationships" id="265" r:id="Re853276dc74043e1"/>
    <p:sldId xmlns:r="http://schemas.openxmlformats.org/officeDocument/2006/relationships" id="266" r:id="R5e510a69573f46a5"/>
    <p:sldId xmlns:r="http://schemas.openxmlformats.org/officeDocument/2006/relationships" id="267" r:id="Rbbf200d8a9c441df"/>
    <p:sldId xmlns:r="http://schemas.openxmlformats.org/officeDocument/2006/relationships" id="268" r:id="Rf2309ac54b3448e7"/>
    <p:sldId xmlns:r="http://schemas.openxmlformats.org/officeDocument/2006/relationships" id="269" r:id="R39bf55ef0058466f"/>
    <p:sldId xmlns:r="http://schemas.openxmlformats.org/officeDocument/2006/relationships" id="270" r:id="Rc3788eb63f54400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xml version='1.0' encoding='utf-8'?>
<ns0:Relationships xmlns:ns0="http://schemas.openxmlformats.org/package/2006/relationships"><ns0:Relationship Type="http://schemas.openxmlformats.org/officeDocument/2006/relationships/theme" Target="/ppt/theme/theme1.xml" Id="Rd0f80bb26909483a" /><ns0:Relationship Type="http://schemas.openxmlformats.org/officeDocument/2006/relationships/slideMaster" Target="/ppt/template/slideMasters/slideMaster1.xml" Id="R691d80c9a56e4adf" /><ns0:Relationship Type="http://schemas.openxmlformats.org/officeDocument/2006/relationships/notesMaster" Target="/ppt/notesMasters/notesMaster1.xml" Id="Re86453e745954830" /><ns0:Relationship Type="http://schemas.openxmlformats.org/officeDocument/2006/relationships/presProps" Target="/ppt/presProps.xml" Id="R14e98c6af3a94565" /><ns0:Relationship Type="http://schemas.openxmlformats.org/officeDocument/2006/relationships/viewProps" Target="/ppt/viewProps.xml" Id="R9917f35546664c25" /><ns0:Relationship Type="http://schemas.openxmlformats.org/officeDocument/2006/relationships/tableStyles" Target="/ppt/tableStyles.xml" Id="Rfdbc392ead1c4d1a" /><ns0:Relationship Type="http://schemas.openxmlformats.org/officeDocument/2006/relationships/slide" Target="/ppt/slides/slide1.xml" Id="Rbf18d991619b48f6" /><ns0:Relationship Type="http://schemas.openxmlformats.org/officeDocument/2006/relationships/slide" Target="/ppt/slides/slide2.xml" Id="R01fefa9fea0c466f" /><ns0:Relationship Type="http://schemas.openxmlformats.org/officeDocument/2006/relationships/slide" Target="/ppt/slides/slide3.xml" Id="R40c9aab5b430427e" /><ns0:Relationship Type="http://schemas.openxmlformats.org/officeDocument/2006/relationships/slide" Target="/ppt/slides/slide4.xml" Id="R126495c14e814bc7" /><ns0:Relationship Type="http://schemas.openxmlformats.org/officeDocument/2006/relationships/slide" Target="/ppt/slides/slide5.xml" Id="R42eaaeefa8ec48e6" /><ns0:Relationship Type="http://schemas.openxmlformats.org/officeDocument/2006/relationships/slide" Target="/ppt/slides/slide6.xml" Id="R450291e11dd648fb" /><ns0:Relationship Type="http://schemas.openxmlformats.org/officeDocument/2006/relationships/slide" Target="/ppt/slides/slide7.xml" Id="R349e60a9f85b4d1d" /><ns0:Relationship Type="http://schemas.openxmlformats.org/officeDocument/2006/relationships/slide" Target="/ppt/slides/slide8.xml" Id="R6b0ebd5c63654648" /><ns0:Relationship Type="http://schemas.openxmlformats.org/officeDocument/2006/relationships/slide" Target="/ppt/slides/slide9.xml" Id="R694d1d0057f54107" /><ns0:Relationship Type="http://schemas.openxmlformats.org/officeDocument/2006/relationships/slide" Target="/ppt/slides/slide10.xml" Id="Re853276dc74043e1" /><ns0:Relationship Type="http://schemas.openxmlformats.org/officeDocument/2006/relationships/slide" Target="/ppt/slides/slide11.xml" Id="R5e510a69573f46a5" /><ns0:Relationship Type="http://schemas.openxmlformats.org/officeDocument/2006/relationships/slide" Target="/ppt/slides/slide12.xml" Id="Rbbf200d8a9c441df" /><ns0:Relationship Type="http://schemas.openxmlformats.org/officeDocument/2006/relationships/slide" Target="/ppt/slides/slide13.xml" Id="Rf2309ac54b3448e7" /><ns0:Relationship Type="http://schemas.openxmlformats.org/officeDocument/2006/relationships/slide" Target="/ppt/slides/slide14.xml" Id="R39bf55ef0058466f" /><ns0:Relationship Type="http://schemas.openxmlformats.org/officeDocument/2006/relationships/slide" Target="/ppt/slides/slide15.xml" Id="Rc3788eb63f544003" /></ns0: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3a6ac0f559d4e8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27762c1c9114eb7" /><Relationship Type="http://schemas.openxmlformats.org/officeDocument/2006/relationships/notesMaster" Target="/ppt/notesMasters/notesMaster1.xml" Id="Rb76211538ac8419f" /></Relationships>
</file>

<file path=ppt/notesSlides/_rels/notesSlide2.xml.rels>&#65279;<?xml version="1.0" encoding="utf-8"?><Relationships xmlns="http://schemas.openxmlformats.org/package/2006/relationships"><Relationship Type="http://schemas.openxmlformats.org/officeDocument/2006/relationships/slide" Target="/ppt/slides/slide2.xml" Id="R1642184f7d1943a1" /><Relationship Type="http://schemas.openxmlformats.org/officeDocument/2006/relationships/notesMaster" Target="/ppt/notesMasters/notesMaster1.xml" Id="Rf3b901b7d0314f53" /></Relationships>
</file>

<file path=ppt/notesSlides/_rels/notesSlide3.xml.rels>&#65279;<?xml version="1.0" encoding="utf-8"?><Relationships xmlns="http://schemas.openxmlformats.org/package/2006/relationships"><Relationship Type="http://schemas.openxmlformats.org/officeDocument/2006/relationships/slide" Target="/ppt/slides/slide3.xml" Id="Rbc2556e77d1446d4" /><Relationship Type="http://schemas.openxmlformats.org/officeDocument/2006/relationships/notesMaster" Target="/ppt/notesMasters/notesMaster1.xml" Id="R77da78d95ee44919" /></Relationships>
</file>

<file path=ppt/notesSlides/_rels/notesSlide4.xml.rels>&#65279;<?xml version="1.0" encoding="utf-8"?><Relationships xmlns="http://schemas.openxmlformats.org/package/2006/relationships"><Relationship Type="http://schemas.openxmlformats.org/officeDocument/2006/relationships/slide" Target="/ppt/slides/slide4.xml" Id="R87dac6a77c7f4df3" /><Relationship Type="http://schemas.openxmlformats.org/officeDocument/2006/relationships/notesMaster" Target="/ppt/notesMasters/notesMaster1.xml" Id="R9c949957cfaf406f" /></Relationships>
</file>

<file path=ppt/notesSlides/_rels/notesSlide5.xml.rels>&#65279;<?xml version="1.0" encoding="utf-8"?><Relationships xmlns="http://schemas.openxmlformats.org/package/2006/relationships"><Relationship Type="http://schemas.openxmlformats.org/officeDocument/2006/relationships/slide" Target="/ppt/slides/slide5.xml" Id="Rc13d48d867f5435e" /><Relationship Type="http://schemas.openxmlformats.org/officeDocument/2006/relationships/notesMaster" Target="/ppt/notesMasters/notesMaster1.xml" Id="Rbd1d875ce6424fe4" /></Relationships>
</file>

<file path=ppt/notesSlides/_rels/notesSlide6.xml.rels>&#65279;<?xml version="1.0" encoding="utf-8"?><Relationships xmlns="http://schemas.openxmlformats.org/package/2006/relationships"><Relationship Type="http://schemas.openxmlformats.org/officeDocument/2006/relationships/slide" Target="/ppt/slides/slide6.xml" Id="Re4a8ee30c7924a06" /><Relationship Type="http://schemas.openxmlformats.org/officeDocument/2006/relationships/notesMaster" Target="/ppt/notesMasters/notesMaster1.xml" Id="R0b6fd07254104fca" /></Relationships>
</file>

<file path=ppt/notesSlides/_rels/notesSlide7.xml.rels>&#65279;<?xml version="1.0" encoding="utf-8"?><Relationships xmlns="http://schemas.openxmlformats.org/package/2006/relationships"><Relationship Type="http://schemas.openxmlformats.org/officeDocument/2006/relationships/slide" Target="/ppt/slides/slide7.xml" Id="R33f89b1985704e00" /><Relationship Type="http://schemas.openxmlformats.org/officeDocument/2006/relationships/notesMaster" Target="/ppt/notesMasters/notesMaster1.xml" Id="R6bb79dc507ee4ff7" /></Relationships>
</file>

<file path=ppt/notesSlides/_rels/notesSlide8.xml.rels>&#65279;<?xml version="1.0" encoding="utf-8"?><Relationships xmlns="http://schemas.openxmlformats.org/package/2006/relationships"><Relationship Type="http://schemas.openxmlformats.org/officeDocument/2006/relationships/slide" Target="/ppt/slides/slide8.xml" Id="Rcc996e1897d34680" /><Relationship Type="http://schemas.openxmlformats.org/officeDocument/2006/relationships/notesMaster" Target="/ppt/notesMasters/notesMaster1.xml" Id="R2937e9a763d942ab" /></Relationships>
</file>

<file path=ppt/notesSlides/_rels/notesSlide9.xml.rels>&#65279;<?xml version="1.0" encoding="utf-8"?><Relationships xmlns="http://schemas.openxmlformats.org/package/2006/relationships"><Relationship Type="http://schemas.openxmlformats.org/officeDocument/2006/relationships/slide" Target="/ppt/slides/slide9.xml" Id="R5cf2edb20b95481e" /><Relationship Type="http://schemas.openxmlformats.org/officeDocument/2006/relationships/notesMaster" Target="/ppt/notesMasters/notesMaster1.xml" Id="R44bf6c15fbce4d2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07b3e7e59024775" /><Relationship Type="http://schemas.openxmlformats.org/officeDocument/2006/relationships/notesMaster" Target="/ppt/notesMasters/notesMaster1.xml" Id="Rfead180487f3425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c59d8b1b44049cd" /><Relationship Type="http://schemas.openxmlformats.org/officeDocument/2006/relationships/notesMaster" Target="/ppt/notesMasters/notesMaster1.xml" Id="R819441c396da4a5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da28e2c0eea43f3" /><Relationship Type="http://schemas.openxmlformats.org/officeDocument/2006/relationships/notesMaster" Target="/ppt/notesMasters/notesMaster1.xml" Id="Rf98228a4a4d34bd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e2cdfd33b9742c5" /><Relationship Type="http://schemas.openxmlformats.org/officeDocument/2006/relationships/notesMaster" Target="/ppt/notesMasters/notesMaster1.xml" Id="R59c4f1de6e624fd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8d6ffac14b84df1" /><Relationship Type="http://schemas.openxmlformats.org/officeDocument/2006/relationships/notesMaster" Target="/ppt/notesMasters/notesMaster1.xml" Id="R763e9bd6c51e401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7b6f3371744455e" /><Relationship Type="http://schemas.openxmlformats.org/officeDocument/2006/relationships/notesMaster" Target="/ppt/notesMasters/notesMaster1.xml" Id="R5d07697b5c404a7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00:00–00:30. Presentar el proyecto ItalGranja y el trabajo de Moisés. La imagen pertenece a la plantilla corporativa y no representa una visita ni una pantalla del proyecto.</a:t>
            </a:r>
          </a:p>
          <a:p xmlns:a="http://schemas.openxmlformats.org/drawingml/2006/main">
            <a:r>
              <a:t/>
            </a:r>
          </a:p>
          <a:p xmlns:a="http://schemas.openxmlformats.org/drawingml/2006/main">
            <a:r>
              <a:t>Proyecto: ItalGranja. Presenta Moisés Murillo. Fuente de alcance y estado: instrucciones del responsable del proyecto y guía de reunión del 14-sep-2026. Plantilla visual: Plantillas PPT Tecnologia (1).pptx, facilitada por el usuario.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00:30–01:00. La indicación más reciente cambia el tiempo: las preguntas son adicionales a los treinta minutos, por diez a quince minutos. Total previsto del espacio: cuarenta a cuarenta y cinco minutos.</a:t>
            </a:r>
          </a:p>
          <a:p xmlns:a="http://schemas.openxmlformats.org/drawingml/2006/main">
            <a:r>
              <a:t/>
            </a:r>
          </a:p>
          <a:p xmlns:a="http://schemas.openxmlformats.org/drawingml/2006/main">
            <a:r>
              <a:t>Proyecto: ItalGranja. Presenta Moisés Murillo. Fuente de alcance y estado: instrucciones del responsable del proyecto y guía de reunión del 14-sep-2026. Plantilla visual: Plantillas PPT Tecnologia (1).pptx, facilitada por el usuario.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01:00–02:00. Explicar la necesidad con hechos operativos. No se atribuyen reducciones porcentuales de costos ni ahorros que no se hayan medido.</a:t>
            </a:r>
          </a:p>
          <a:p xmlns:a="http://schemas.openxmlformats.org/drawingml/2006/main">
            <a:r>
              <a:t/>
            </a:r>
          </a:p>
          <a:p xmlns:a="http://schemas.openxmlformats.org/drawingml/2006/main">
            <a:r>
              <a:t>Proyecto: ItalGranja. Presenta Moisés Murillo. Fuente de alcance y estado: instrucciones del responsable del proyecto y guía de reunión del 14-sep-2026. Plantilla visual: Plantillas PPT Tecnologia (1).pptx, facilitada por el usuario.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02:00–04:00. Alcance de la plataforma web implementada. La información se vuelve consultable conforme se registra, envía, procesa y valida según el flujo. Capturas sin conexión requieren sincronización.</a:t>
            </a:r>
          </a:p>
          <a:p xmlns:a="http://schemas.openxmlformats.org/drawingml/2006/main">
            <a:r>
              <a:t/>
            </a:r>
          </a:p>
          <a:p xmlns:a="http://schemas.openxmlformats.org/drawingml/2006/main">
            <a:r>
              <a:t>Proyecto: ItalGranja. Presenta Moisés Murillo. Fuente de alcance y estado: instrucciones del responsable del proyecto y guía de reunión del 14-sep-2026. Plantilla visual: Plantillas PPT Tecnologia (1).pptx, facilitada por el usuario.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04:00–06:00. Recorrer capacidades construidas y mostrar cómo se conectan. No presentar cifras del portafolio general como número de módulos o proyectos finalizados de ItalGranja. El estado por empresa depende de su implementación.</a:t>
            </a:r>
          </a:p>
          <a:p xmlns:a="http://schemas.openxmlformats.org/drawingml/2006/main">
            <a:r>
              <a:t/>
            </a:r>
          </a:p>
          <a:p xmlns:a="http://schemas.openxmlformats.org/drawingml/2006/main">
            <a:r>
              <a:t>Proyecto: ItalGranja. Presenta Moisés Murillo. Fuente de alcance y estado: instrucciones del responsable del proyecto y guía de reunión del 14-sep-2026. Plantilla visual: Plantillas PPT Tecnologia (1).pptx, facilitada por el usuario.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06:00–08:00. Rango estimado informado por el responsable, no medición de pruebas ni porcentaje contractual. La app móvil sigue en desarrollo y no se ha desplegado. Se consolida el flujo y la implementación de postura en San Marino antes de darla por finalizada.</a:t>
            </a:r>
          </a:p>
          <a:p xmlns:a="http://schemas.openxmlformats.org/drawingml/2006/main">
            <a:r>
              <a:t/>
            </a:r>
          </a:p>
          <a:p xmlns:a="http://schemas.openxmlformats.org/drawingml/2006/main">
            <a:r>
              <a:t>Proyecto: ItalGranja. Presenta Moisés Murillo. Fuente de alcance y estado: instrucciones del responsable del proyecto y guía de reunión del 14-sep-2026. Plantilla visual: Plantillas PPT Tecnologia (1).pptx, facilitada por el usuario.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08:00–10:00. Ejemplo conductor: ingreso de alimento, consumo en seguimiento, validación y consulta de inventario y reporte. En postura se muestra producción de huevos. Distinguir captura y validación.</a:t>
            </a:r>
          </a:p>
          <a:p xmlns:a="http://schemas.openxmlformats.org/drawingml/2006/main">
            <a:r>
              <a:t/>
            </a:r>
          </a:p>
          <a:p xmlns:a="http://schemas.openxmlformats.org/drawingml/2006/main">
            <a:r>
              <a:t>Proyecto: ItalGranja. Presenta Moisés Murillo. Fuente de alcance y estado: instrucciones del responsable del proyecto y guía de reunión del 14-sep-2026. Plantilla visual: Plantillas PPT Tecnologia (1).pptx, facilitada por el usuario.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10:00–12:00. TypeScript es el lenguaje del front y Angular el framework. C# es el lenguaje del backend. PostgreSQL centraliza datos. La app Flutter/Dart usa sqflite para almacenamiento local. Fuentes: frontend/package.json, backend/src/*/*.csproj y zootecnicoapp/pubspec.yaml. Node 22 ejecuta herramientas web de CI, no reemplaza el backend .NET.</a:t>
            </a:r>
          </a:p>
          <a:p xmlns:a="http://schemas.openxmlformats.org/drawingml/2006/main">
            <a:r>
              <a:t/>
            </a:r>
          </a:p>
          <a:p xmlns:a="http://schemas.openxmlformats.org/drawingml/2006/main">
            <a:r>
              <a:t>Proyecto: ItalGranja. Presenta Moisés Murillo. Fuente de alcance y estado: instrucciones del responsable del proyecto y guía de reunión del 14-sep-2026. Plantilla visual: Plantillas PPT Tecnologia (1).pptx, facilitada por el usuario.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12:00–15:00. Flechas superiores: dependencias de aplicación, API hacia Application y Application hacia Domain. Infrastructure implementa los contratos de Application y persiste en PostgreSQL; también referencia Domain. Program.cs compone las dependencias mediante inyección. El diagrama resume responsabilidades, no todos los ProjectReference. Cálculos puros en Application/Calculos y servicios de infraestructura agrupados por módulo. Frontend: core, features, shared, funciones puras y modelos. Fuentes: csproj de Application e Infrastructure, Program.cs y estructura frontend/src/app.</a:t>
            </a:r>
          </a:p>
          <a:p xmlns:a="http://schemas.openxmlformats.org/drawingml/2006/main">
            <a:r>
              <a:t/>
            </a:r>
          </a:p>
          <a:p xmlns:a="http://schemas.openxmlformats.org/drawingml/2006/main">
            <a:r>
              <a:t>Proyecto: ItalGranja. Presenta Moisés Murillo. Fuente de alcance y estado: instrucciones del responsable del proyecto y guía de reunión del 14-sep-2026. Plantilla visual: Plantillas PPT Tecnologia (1).pptx, facilitada por el usuario.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15:00–17:00. Diagrama lógico basado en configuración del repositorio: ECS/ALB en us-east-2 y RDS documentado en us-east-1. No representa VPC/subredes ni rutas interregionales específicas. El frontend solicita /api al ALB, no a través de un proxy Nginx. ECR distribuye imágenes, como se muestra en CI/CD. Fuentes: AGENTS.md, deploy-production.yml, environment.prod.ts, nginx.conf y respuesta_auditoria_ciberseguridad_2026-09.md. No presentar Lambda/API Gateway/Fabric como componentes actuales de ItalGranja.</a:t>
            </a:r>
          </a:p>
          <a:p xmlns:a="http://schemas.openxmlformats.org/drawingml/2006/main">
            <a:r>
              <a:t/>
            </a:r>
          </a:p>
          <a:p xmlns:a="http://schemas.openxmlformats.org/drawingml/2006/main">
            <a:r>
              <a:t>Proyecto: ItalGranja. Presenta Moisés Murillo. Fuente de alcance y estado: instrucciones del responsable del proyecto y guía de reunión del 14-sep-2026. Plantilla visual: Plantillas PPT Tecnologia (1).pptx, facilitada por el usuario.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17:00–19:00. Pipeline: dotnet test Release, Karma/Jasmine ChromeHeadless y siete gates. Backend antes de frontend. Cada uno construye Docker, publica ECR con tag SHA, actualiza task definition y espera estabilidad hasta 25 minutos. Frontend depende del resultado backend. workflow_dispatch permite selección manual; no confundirlo con un segundo proceso. Las migraciones EF corren al arranque con RunMigrations habilitado. Fuente exacta: .github/workflows/deploy-production.yml. OIDC evita claves AWS de acceso estáticas en ese workflow.</a:t>
            </a:r>
          </a:p>
          <a:p xmlns:a="http://schemas.openxmlformats.org/drawingml/2006/main">
            <a:r>
              <a:t/>
            </a:r>
          </a:p>
          <a:p xmlns:a="http://schemas.openxmlformats.org/drawingml/2006/main">
            <a:r>
              <a:t>Proyecto: ItalGranja. Presenta Moisés Murillo. Fuente de alcance y estado: instrucciones del responsable del proyecto y guía de reunión del 14-sep-2026. Plantilla visual: Plantillas PPT Tecnologia (1).pptx, facilitada por el usuario.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19:00–21:00. ERP es el pendiente funcional confirmado. No afirmar interfaces ni fecha de entrega aún no acordadas. Flechas conceptuales, dirección del intercambio por definir. Las adaptaciones por empresa son mejora continua. Existen códigos e integraciones particulares, pero no equivalen a ERP concluido.</a:t>
            </a:r>
          </a:p>
          <a:p xmlns:a="http://schemas.openxmlformats.org/drawingml/2006/main">
            <a:r>
              <a:t/>
            </a:r>
          </a:p>
          <a:p xmlns:a="http://schemas.openxmlformats.org/drawingml/2006/main">
            <a:r>
              <a:t>Proyecto: ItalGranja. Presenta Moisés Murillo. Fuente de alcance y estado: instrucciones del responsable del proyecto y guía de reunión del 14-sep-2026. Plantilla visual: Plantillas PPT Tecnologia (1).pptx, facilitada por el usuario.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21:00–29:00. Demo con mismo usuario, empresa y lote: 0–1 login, 1–2 contexto, 2–3:30 ingreso de alimento, 3:30–5 seguimiento/validación, 5–6 producción de huevos, 6–7:30 reporte, 7:30–8 resultado. Ensayar credenciales, fechas, stock y permisos antes. Esta diapositiva contiene una fotografía corporativa de la plantilla, no una captura de ItalGranja. La demo requiere abrir la aplicación real.</a:t>
            </a:r>
          </a:p>
          <a:p xmlns:a="http://schemas.openxmlformats.org/drawingml/2006/main">
            <a:r>
              <a:t/>
            </a:r>
          </a:p>
          <a:p xmlns:a="http://schemas.openxmlformats.org/drawingml/2006/main">
            <a:r>
              <a:t>Proyecto: ItalGranja. Presenta Moisés Murillo. Fuente de alcance y estado: instrucciones del responsable del proyecto y guía de reunión del 14-sep-2026. Plantilla visual: Plantillas PPT Tecnologia (1).pptx, facilitada por el usuario.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29:00–30:00. Cerrar con los tres estados. App móvil aún sin desplegar, ligada al cierre de postura en San Marino. A continuación abre diez a quince minutos para preguntas.</a:t>
            </a:r>
          </a:p>
          <a:p xmlns:a="http://schemas.openxmlformats.org/drawingml/2006/main">
            <a:r>
              <a:t/>
            </a:r>
          </a:p>
          <a:p xmlns:a="http://schemas.openxmlformats.org/drawingml/2006/main">
            <a:r>
              <a:t>Proyecto: ItalGranja. Presenta Moisés Murillo. Fuente de alcance y estado: instrucciones del responsable del proyecto y guía de reunión del 14-sep-2026. Plantilla visual: Plantillas PPT Tecnologia (1).pptx, facilitada por el usuario.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30:00–40:00/45:00. Recoger preguntas sobre arquitectura, operación y siguiente etapa. Acordar responsables sin prometer fechas no definidas. Alcance de la exposición: ItalGranja de Moisés.</a:t>
            </a:r>
          </a:p>
          <a:p xmlns:a="http://schemas.openxmlformats.org/drawingml/2006/main">
            <a:r>
              <a:t/>
            </a:r>
          </a:p>
          <a:p xmlns:a="http://schemas.openxmlformats.org/drawingml/2006/main">
            <a:r>
              <a:t>Proyecto: ItalGranja. Presenta Moisés Murillo. Fuente de alcance y estado: instrucciones del responsable del proyecto y guía de reunión del 14-sep-2026. Plantilla visual: Plantillas PPT Tecnologia (1).pptx, facilitada por el usuario.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e6b0f12d6074f3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283c0e6771c46c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254d10868d643c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040409116fa432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d9e1ef66b764c9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d333a7d09dd4556"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79598b49e1bb4db7"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6163521292184762"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df53ee4e0f734121"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3d92a96658dc44ff"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9e827606b39e4dc7" /></Relationships>
</file>

<file path=ppt/slideLayouts/slideLayout1.xml><?xml version="1.0" encoding="utf-8"?>
<p:sldLayout xmlns:p="http://schemas.openxmlformats.org/presentationml/2006/main" type="title" preserve="1">
  <p:cSld name="Diapositiva de título">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D52F5AA9-C163-65AA-1926-15DDFF9995A5}"/>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Haz clic para modificar el estilo de título del patrón</a:t>
            </a:r>
            <a:endParaRPr/>
          </a:p>
        </p:txBody>
      </p:sp>
      <p:sp>
        <p:nvSpPr>
          <p:cNvPr id="3" name="Subtítulo 2">
            <a:extLst xmlns:a="http://schemas.openxmlformats.org/drawingml/2006/main">
              <a:ext uri="{FF2B5EF4-FFF2-40B4-BE49-F238E27FC236}">
                <a16:creationId xmlns:a16="http://schemas.microsoft.com/office/drawing/2014/main" id="{572B9B12-A275-CA54-50C3-772FDEFE0E8F}"/>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Haz clic para editar el estilo de subtítulo del patrón</a:t>
            </a:r>
            <a:endParaRPr/>
          </a:p>
        </p:txBody>
      </p:sp>
      <p:sp>
        <p:nvSpPr>
          <p:cNvPr id="4" name="Marcador de fecha 3">
            <a:extLst xmlns:a="http://schemas.openxmlformats.org/drawingml/2006/main">
              <a:ext uri="{FF2B5EF4-FFF2-40B4-BE49-F238E27FC236}">
                <a16:creationId xmlns:a16="http://schemas.microsoft.com/office/drawing/2014/main" id="{4E6955BD-D588-C6FE-D631-ED2F55EBB40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94EDED0C-CC18-BE40-BE57-CAAFB40AF922}" type="datetimeFigureOut">
              <a:t>14/09/2026</a:t>
            </a:fld>
            <a:endParaRPr/>
          </a:p>
        </p:txBody>
      </p:sp>
      <p:sp>
        <p:nvSpPr>
          <p:cNvPr id="5" name="Marcador de pie de página 4">
            <a:extLst xmlns:a="http://schemas.openxmlformats.org/drawingml/2006/main">
              <a:ext uri="{FF2B5EF4-FFF2-40B4-BE49-F238E27FC236}">
                <a16:creationId xmlns:a16="http://schemas.microsoft.com/office/drawing/2014/main" id="{C1D84A73-EEDE-C038-CABA-4D72CFD294D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Marcador de número de diapositiva 5">
            <a:extLst xmlns:a="http://schemas.openxmlformats.org/drawingml/2006/main">
              <a:ext uri="{FF2B5EF4-FFF2-40B4-BE49-F238E27FC236}">
                <a16:creationId xmlns:a16="http://schemas.microsoft.com/office/drawing/2014/main" id="{73ACB689-3177-3510-91F9-F798C8671F6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48A9E64-630A-FB4E-B04D-F903D0721C28}" type="slidenum">
              <a:t>‹#›</a:t>
            </a:fld>
            <a:endParaRPr/>
          </a:p>
        </p:txBody>
      </p:sp>
    </p:spTree>
  </p:cSld>
</p:sldLayout>
</file>

<file path=ppt/slideLayouts/slideLayout2.xml><?xml version="1.0" encoding="utf-8"?>
<p:sldLayout xmlns:p="http://schemas.openxmlformats.org/presentationml/2006/main" type="obj" preserve="1">
  <p:cSld name="Título y objetos">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9A40A28F-7787-306E-5F90-30590AE7F5E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Haz clic para modificar el estilo de título del patrón</a:t>
            </a:r>
            <a:endParaRPr/>
          </a:p>
        </p:txBody>
      </p:sp>
      <p:sp>
        <p:nvSpPr>
          <p:cNvPr id="3" name="Marcador de contenido 2">
            <a:extLst xmlns:a="http://schemas.openxmlformats.org/drawingml/2006/main">
              <a:ext uri="{FF2B5EF4-FFF2-40B4-BE49-F238E27FC236}">
                <a16:creationId xmlns:a16="http://schemas.microsoft.com/office/drawing/2014/main" id="{4CF72805-A997-A96C-12FA-30638A2315D8}"/>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Haga clic para modificar los estilos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endParaRPr/>
          </a:p>
        </p:txBody>
      </p:sp>
      <p:sp>
        <p:nvSpPr>
          <p:cNvPr id="4" name="Marcador de fecha 3">
            <a:extLst xmlns:a="http://schemas.openxmlformats.org/drawingml/2006/main">
              <a:ext uri="{FF2B5EF4-FFF2-40B4-BE49-F238E27FC236}">
                <a16:creationId xmlns:a16="http://schemas.microsoft.com/office/drawing/2014/main" id="{BAABBE3F-EAB4-F9B9-DC92-C589D03F0BD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94EDED0C-CC18-BE40-BE57-CAAFB40AF922}" type="datetimeFigureOut">
              <a:t>14/09/2026</a:t>
            </a:fld>
            <a:endParaRPr/>
          </a:p>
        </p:txBody>
      </p:sp>
      <p:sp>
        <p:nvSpPr>
          <p:cNvPr id="5" name="Marcador de pie de página 4">
            <a:extLst xmlns:a="http://schemas.openxmlformats.org/drawingml/2006/main">
              <a:ext uri="{FF2B5EF4-FFF2-40B4-BE49-F238E27FC236}">
                <a16:creationId xmlns:a16="http://schemas.microsoft.com/office/drawing/2014/main" id="{1A3F01DC-2CE3-FD5E-C3F7-C6E8C7A659A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Marcador de número de diapositiva 5">
            <a:extLst xmlns:a="http://schemas.openxmlformats.org/drawingml/2006/main">
              <a:ext uri="{FF2B5EF4-FFF2-40B4-BE49-F238E27FC236}">
                <a16:creationId xmlns:a16="http://schemas.microsoft.com/office/drawing/2014/main" id="{B1DFABEA-FEE3-8DA7-F18B-B1C9A7744BA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48A9E64-630A-FB4E-B04D-F903D0721C28}" type="slidenum">
              <a:t>‹#›</a:t>
            </a:fld>
            <a:endParaRPr/>
          </a:p>
        </p:txBody>
      </p:sp>
    </p:spTree>
  </p:cSld>
</p:sldLayout>
</file>

<file path=ppt/slideLayouts/slideLayout3.xml><?xml version="1.0" encoding="utf-8"?>
<p:sldLayout xmlns:p="http://schemas.openxmlformats.org/presentationml/2006/main" type="secHead" preserve="1">
  <p:cSld name="Encabezado de sección">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92A09457-5A6B-D634-047D-C3D50B05CFE2}"/>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Haz clic para modificar el estilo de título del patrón</a:t>
            </a:r>
            <a:endParaRPr/>
          </a:p>
        </p:txBody>
      </p:sp>
      <p:sp>
        <p:nvSpPr>
          <p:cNvPr id="3" name="Marcador de texto 2">
            <a:extLst xmlns:a="http://schemas.openxmlformats.org/drawingml/2006/main">
              <a:ext uri="{FF2B5EF4-FFF2-40B4-BE49-F238E27FC236}">
                <a16:creationId xmlns:a16="http://schemas.microsoft.com/office/drawing/2014/main" id="{7E9A64F9-4B9B-58C2-5E10-EB279190E2DA}"/>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Haga clic para modificar los estilos de texto del patrón</a:t>
            </a:r>
          </a:p>
        </p:txBody>
      </p:sp>
      <p:sp>
        <p:nvSpPr>
          <p:cNvPr id="4" name="Marcador de fecha 3">
            <a:extLst xmlns:a="http://schemas.openxmlformats.org/drawingml/2006/main">
              <a:ext uri="{FF2B5EF4-FFF2-40B4-BE49-F238E27FC236}">
                <a16:creationId xmlns:a16="http://schemas.microsoft.com/office/drawing/2014/main" id="{DA6DE69C-D2CB-AC48-4194-8F91F8CA07D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94EDED0C-CC18-BE40-BE57-CAAFB40AF922}" type="datetimeFigureOut">
              <a:t>14/09/2026</a:t>
            </a:fld>
            <a:endParaRPr/>
          </a:p>
        </p:txBody>
      </p:sp>
      <p:sp>
        <p:nvSpPr>
          <p:cNvPr id="5" name="Marcador de pie de página 4">
            <a:extLst xmlns:a="http://schemas.openxmlformats.org/drawingml/2006/main">
              <a:ext uri="{FF2B5EF4-FFF2-40B4-BE49-F238E27FC236}">
                <a16:creationId xmlns:a16="http://schemas.microsoft.com/office/drawing/2014/main" id="{2E5FF5D3-DEC4-2BBC-825B-25C94156F94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Marcador de número de diapositiva 5">
            <a:extLst xmlns:a="http://schemas.openxmlformats.org/drawingml/2006/main">
              <a:ext uri="{FF2B5EF4-FFF2-40B4-BE49-F238E27FC236}">
                <a16:creationId xmlns:a16="http://schemas.microsoft.com/office/drawing/2014/main" id="{A57C1CCD-0B8F-2774-E339-2E1F00DA3E7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48A9E64-630A-FB4E-B04D-F903D0721C28}" type="slidenum">
              <a:t>‹#›</a:t>
            </a:fld>
            <a:endParaRPr/>
          </a:p>
        </p:txBody>
      </p:sp>
    </p:spTree>
  </p:cSld>
</p:sldLayout>
</file>

<file path=ppt/slideLayouts/slideLayout4.xml><?xml version="1.0" encoding="utf-8"?>
<p:sldLayout xmlns:p="http://schemas.openxmlformats.org/presentationml/2006/main" type="twoObj" preserve="1">
  <p:cSld name="Dos objetos">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89D3F613-8FFD-C1F7-61DD-DF284DFA745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Haz clic para modificar el estilo de título del patrón</a:t>
            </a:r>
            <a:endParaRPr/>
          </a:p>
        </p:txBody>
      </p:sp>
      <p:sp>
        <p:nvSpPr>
          <p:cNvPr id="3" name="Marcador de contenido 2">
            <a:extLst xmlns:a="http://schemas.openxmlformats.org/drawingml/2006/main">
              <a:ext uri="{FF2B5EF4-FFF2-40B4-BE49-F238E27FC236}">
                <a16:creationId xmlns:a16="http://schemas.microsoft.com/office/drawing/2014/main" id="{2CDF975E-BB5D-9D70-F047-925FB4171EF6}"/>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Haga clic para modificar los estilos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endParaRPr/>
          </a:p>
        </p:txBody>
      </p:sp>
      <p:sp>
        <p:nvSpPr>
          <p:cNvPr id="4" name="Marcador de contenido 3">
            <a:extLst xmlns:a="http://schemas.openxmlformats.org/drawingml/2006/main">
              <a:ext uri="{FF2B5EF4-FFF2-40B4-BE49-F238E27FC236}">
                <a16:creationId xmlns:a16="http://schemas.microsoft.com/office/drawing/2014/main" id="{75EC3C8E-C54C-5C2E-4F6F-4A7251AE743D}"/>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Haga clic para modificar los estilos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endParaRPr/>
          </a:p>
        </p:txBody>
      </p:sp>
      <p:sp>
        <p:nvSpPr>
          <p:cNvPr id="5" name="Marcador de fecha 4">
            <a:extLst xmlns:a="http://schemas.openxmlformats.org/drawingml/2006/main">
              <a:ext uri="{FF2B5EF4-FFF2-40B4-BE49-F238E27FC236}">
                <a16:creationId xmlns:a16="http://schemas.microsoft.com/office/drawing/2014/main" id="{0D6DD0A7-EA06-BE17-1285-EDF65C501AE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94EDED0C-CC18-BE40-BE57-CAAFB40AF922}" type="datetimeFigureOut">
              <a:t>14/09/2026</a:t>
            </a:fld>
            <a:endParaRPr/>
          </a:p>
        </p:txBody>
      </p:sp>
      <p:sp>
        <p:nvSpPr>
          <p:cNvPr id="6" name="Marcador de pie de página 5">
            <a:extLst xmlns:a="http://schemas.openxmlformats.org/drawingml/2006/main">
              <a:ext uri="{FF2B5EF4-FFF2-40B4-BE49-F238E27FC236}">
                <a16:creationId xmlns:a16="http://schemas.microsoft.com/office/drawing/2014/main" id="{80BCA76D-9F03-5899-85ED-2DC3B8BFF17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Marcador de número de diapositiva 6">
            <a:extLst xmlns:a="http://schemas.openxmlformats.org/drawingml/2006/main">
              <a:ext uri="{FF2B5EF4-FFF2-40B4-BE49-F238E27FC236}">
                <a16:creationId xmlns:a16="http://schemas.microsoft.com/office/drawing/2014/main" id="{AA931F17-299D-8760-0679-56F5835D530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48A9E64-630A-FB4E-B04D-F903D0721C28}" type="slidenum">
              <a:t>‹#›</a:t>
            </a:fld>
            <a:endParaRPr/>
          </a:p>
        </p:txBody>
      </p:sp>
    </p:spTree>
  </p:cSld>
</p:sldLayout>
</file>

<file path=ppt/slideLayouts/slideLayout5.xml><?xml version="1.0" encoding="utf-8"?>
<p:sldLayout xmlns:p="http://schemas.openxmlformats.org/presentationml/2006/main" type="twoTxTwoObj" preserve="1">
  <p:cSld name="Comparación">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BC97A32F-3EB9-856C-29AA-2DE302BB894A}"/>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Haz clic para modificar el estilo de título del patrón</a:t>
            </a:r>
            <a:endParaRPr/>
          </a:p>
        </p:txBody>
      </p:sp>
      <p:sp>
        <p:nvSpPr>
          <p:cNvPr id="3" name="Marcador de texto 2">
            <a:extLst xmlns:a="http://schemas.openxmlformats.org/drawingml/2006/main">
              <a:ext uri="{FF2B5EF4-FFF2-40B4-BE49-F238E27FC236}">
                <a16:creationId xmlns:a16="http://schemas.microsoft.com/office/drawing/2014/main" id="{D9F1E97F-D888-765C-4F4F-46F96137E0BD}"/>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Haga clic para modificar los estilos de texto del patrón</a:t>
            </a:r>
          </a:p>
        </p:txBody>
      </p:sp>
      <p:sp>
        <p:nvSpPr>
          <p:cNvPr id="4" name="Marcador de contenido 3">
            <a:extLst xmlns:a="http://schemas.openxmlformats.org/drawingml/2006/main">
              <a:ext uri="{FF2B5EF4-FFF2-40B4-BE49-F238E27FC236}">
                <a16:creationId xmlns:a16="http://schemas.microsoft.com/office/drawing/2014/main" id="{E7AA1356-83A2-62C1-D92C-3277B8FAC23F}"/>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Haga clic para modificar los estilos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endParaRPr/>
          </a:p>
        </p:txBody>
      </p:sp>
      <p:sp>
        <p:nvSpPr>
          <p:cNvPr id="5" name="Marcador de texto 4">
            <a:extLst xmlns:a="http://schemas.openxmlformats.org/drawingml/2006/main">
              <a:ext uri="{FF2B5EF4-FFF2-40B4-BE49-F238E27FC236}">
                <a16:creationId xmlns:a16="http://schemas.microsoft.com/office/drawing/2014/main" id="{AED957B2-E846-DCAE-3B43-2C28D81F2C50}"/>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Haga clic para modificar los estilos de texto del patrón</a:t>
            </a:r>
          </a:p>
        </p:txBody>
      </p:sp>
      <p:sp>
        <p:nvSpPr>
          <p:cNvPr id="6" name="Marcador de contenido 5">
            <a:extLst xmlns:a="http://schemas.openxmlformats.org/drawingml/2006/main">
              <a:ext uri="{FF2B5EF4-FFF2-40B4-BE49-F238E27FC236}">
                <a16:creationId xmlns:a16="http://schemas.microsoft.com/office/drawing/2014/main" id="{5E8FD59B-2B6F-D28B-84F1-90B745DB5A1A}"/>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Haga clic para modificar los estilos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endParaRPr/>
          </a:p>
        </p:txBody>
      </p:sp>
      <p:sp>
        <p:nvSpPr>
          <p:cNvPr id="7" name="Marcador de fecha 6">
            <a:extLst xmlns:a="http://schemas.openxmlformats.org/drawingml/2006/main">
              <a:ext uri="{FF2B5EF4-FFF2-40B4-BE49-F238E27FC236}">
                <a16:creationId xmlns:a16="http://schemas.microsoft.com/office/drawing/2014/main" id="{08A46277-61E8-BCCF-6840-CC2723A3B7A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94EDED0C-CC18-BE40-BE57-CAAFB40AF922}" type="datetimeFigureOut">
              <a:t>14/09/2026</a:t>
            </a:fld>
            <a:endParaRPr/>
          </a:p>
        </p:txBody>
      </p:sp>
      <p:sp>
        <p:nvSpPr>
          <p:cNvPr id="8" name="Marcador de pie de página 7">
            <a:extLst xmlns:a="http://schemas.openxmlformats.org/drawingml/2006/main">
              <a:ext uri="{FF2B5EF4-FFF2-40B4-BE49-F238E27FC236}">
                <a16:creationId xmlns:a16="http://schemas.microsoft.com/office/drawing/2014/main" id="{7CBC655F-44FB-3632-62DC-64A453BFFAD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Marcador de número de diapositiva 8">
            <a:extLst xmlns:a="http://schemas.openxmlformats.org/drawingml/2006/main">
              <a:ext uri="{FF2B5EF4-FFF2-40B4-BE49-F238E27FC236}">
                <a16:creationId xmlns:a16="http://schemas.microsoft.com/office/drawing/2014/main" id="{6F31D3E1-B488-483B-4948-62ED96473AC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48A9E64-630A-FB4E-B04D-F903D0721C28}" type="slidenum">
              <a:t>‹#›</a:t>
            </a:fld>
            <a:endParaRPr/>
          </a:p>
        </p:txBody>
      </p:sp>
    </p:spTree>
  </p:cSld>
</p:sldLayout>
</file>

<file path=ppt/slideLayouts/slideLayout6.xml><?xml version="1.0" encoding="utf-8"?>
<p:sldLayout xmlns:p="http://schemas.openxmlformats.org/presentationml/2006/main" type="titleOnly" preserve="1">
  <p:cSld name="Solo el título">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4D93DEF9-AC4B-A4F8-76AF-DF0341FE078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Haz clic para modificar el estilo de título del patrón</a:t>
            </a:r>
            <a:endParaRPr/>
          </a:p>
        </p:txBody>
      </p:sp>
      <p:sp>
        <p:nvSpPr>
          <p:cNvPr id="3" name="Marcador de fecha 2">
            <a:extLst xmlns:a="http://schemas.openxmlformats.org/drawingml/2006/main">
              <a:ext uri="{FF2B5EF4-FFF2-40B4-BE49-F238E27FC236}">
                <a16:creationId xmlns:a16="http://schemas.microsoft.com/office/drawing/2014/main" id="{EEFA00B8-EE41-2DD9-59E8-9F60F2A951A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94EDED0C-CC18-BE40-BE57-CAAFB40AF922}" type="datetimeFigureOut">
              <a:t>14/09/2026</a:t>
            </a:fld>
            <a:endParaRPr/>
          </a:p>
        </p:txBody>
      </p:sp>
      <p:sp>
        <p:nvSpPr>
          <p:cNvPr id="4" name="Marcador de pie de página 3">
            <a:extLst xmlns:a="http://schemas.openxmlformats.org/drawingml/2006/main">
              <a:ext uri="{FF2B5EF4-FFF2-40B4-BE49-F238E27FC236}">
                <a16:creationId xmlns:a16="http://schemas.microsoft.com/office/drawing/2014/main" id="{6AA7EC50-4C8D-75C9-C4A1-A2D49896D1C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Marcador de número de diapositiva 4">
            <a:extLst xmlns:a="http://schemas.openxmlformats.org/drawingml/2006/main">
              <a:ext uri="{FF2B5EF4-FFF2-40B4-BE49-F238E27FC236}">
                <a16:creationId xmlns:a16="http://schemas.microsoft.com/office/drawing/2014/main" id="{B641FDC3-5C51-6E40-3728-F86B11AD653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48A9E64-630A-FB4E-B04D-F903D0721C28}" type="slidenum">
              <a:t>‹#›</a:t>
            </a:fld>
            <a:endParaRPr/>
          </a:p>
        </p:txBody>
      </p:sp>
    </p:spTree>
  </p:cSld>
</p:sldLayout>
</file>

<file path=ppt/slideLayouts/slideLayout7.xml><?xml version="1.0" encoding="utf-8"?>
<p:sldLayout xmlns:p="http://schemas.openxmlformats.org/presentationml/2006/main" type="blank" preserve="1">
  <p:cSld name="En blanco">
    <p:spTree>
      <p:nvGrpSpPr>
        <p:cNvPr id="1" name=""/>
        <p:cNvGrpSpPr/>
        <p:nvPr/>
      </p:nvGrpSpPr>
      <p:grpSpPr>
        <a:xfrm xmlns:a="http://schemas.openxmlformats.org/drawingml/2006/main"/>
      </p:grpSpPr>
      <p:sp>
        <p:nvSpPr>
          <p:cNvPr id="2" name="Marcador de fecha 1">
            <a:extLst xmlns:a="http://schemas.openxmlformats.org/drawingml/2006/main">
              <a:ext uri="{FF2B5EF4-FFF2-40B4-BE49-F238E27FC236}">
                <a16:creationId xmlns:a16="http://schemas.microsoft.com/office/drawing/2014/main" id="{A35A7C7D-87C5-729D-9417-3D6F8D8D601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94EDED0C-CC18-BE40-BE57-CAAFB40AF922}" type="datetimeFigureOut">
              <a:t>14/09/2026</a:t>
            </a:fld>
            <a:endParaRPr/>
          </a:p>
        </p:txBody>
      </p:sp>
      <p:sp>
        <p:nvSpPr>
          <p:cNvPr id="3" name="Marcador de pie de página 2">
            <a:extLst xmlns:a="http://schemas.openxmlformats.org/drawingml/2006/main">
              <a:ext uri="{FF2B5EF4-FFF2-40B4-BE49-F238E27FC236}">
                <a16:creationId xmlns:a16="http://schemas.microsoft.com/office/drawing/2014/main" id="{7ECD3B40-593F-8B84-C674-E57D9722E48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Marcador de número de diapositiva 3">
            <a:extLst xmlns:a="http://schemas.openxmlformats.org/drawingml/2006/main">
              <a:ext uri="{FF2B5EF4-FFF2-40B4-BE49-F238E27FC236}">
                <a16:creationId xmlns:a16="http://schemas.microsoft.com/office/drawing/2014/main" id="{A8A97608-4C16-3BF0-6805-2554E6F6578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48A9E64-630A-FB4E-B04D-F903D0721C28}" type="slidenum">
              <a:t>‹#›</a:t>
            </a:fld>
            <a:endParaRPr/>
          </a:p>
        </p:txBody>
      </p:sp>
    </p:spTree>
  </p:cSld>
</p:sldLayout>
</file>

<file path=ppt/slideLayouts/slideLayout8.xml><?xml version="1.0" encoding="utf-8"?>
<p:sldLayout xmlns:p="http://schemas.openxmlformats.org/presentationml/2006/main" type="objTx" preserve="1">
  <p:cSld name="Contenido con título">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628195E0-D68B-3285-DF32-CD9FB4606484}"/>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Haz clic para modificar el estilo de título del patrón</a:t>
            </a:r>
            <a:endParaRPr/>
          </a:p>
        </p:txBody>
      </p:sp>
      <p:sp>
        <p:nvSpPr>
          <p:cNvPr id="3" name="Marcador de contenido 2">
            <a:extLst xmlns:a="http://schemas.openxmlformats.org/drawingml/2006/main">
              <a:ext uri="{FF2B5EF4-FFF2-40B4-BE49-F238E27FC236}">
                <a16:creationId xmlns:a16="http://schemas.microsoft.com/office/drawing/2014/main" id="{202ED61C-26C6-947C-EBD0-39542FC687F4}"/>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Haga clic para modificar los estilos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endParaRPr/>
          </a:p>
        </p:txBody>
      </p:sp>
      <p:sp>
        <p:nvSpPr>
          <p:cNvPr id="4" name="Marcador de texto 3">
            <a:extLst xmlns:a="http://schemas.openxmlformats.org/drawingml/2006/main">
              <a:ext uri="{FF2B5EF4-FFF2-40B4-BE49-F238E27FC236}">
                <a16:creationId xmlns:a16="http://schemas.microsoft.com/office/drawing/2014/main" id="{95DD3327-BD90-C5D5-0894-7B181709146B}"/>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Haga clic para modificar los estilos de texto del patrón</a:t>
            </a:r>
          </a:p>
        </p:txBody>
      </p:sp>
      <p:sp>
        <p:nvSpPr>
          <p:cNvPr id="5" name="Marcador de fecha 4">
            <a:extLst xmlns:a="http://schemas.openxmlformats.org/drawingml/2006/main">
              <a:ext uri="{FF2B5EF4-FFF2-40B4-BE49-F238E27FC236}">
                <a16:creationId xmlns:a16="http://schemas.microsoft.com/office/drawing/2014/main" id="{7F3CCA2D-0155-59D0-D0FF-D6CBD9B2A41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94EDED0C-CC18-BE40-BE57-CAAFB40AF922}" type="datetimeFigureOut">
              <a:t>14/09/2026</a:t>
            </a:fld>
            <a:endParaRPr/>
          </a:p>
        </p:txBody>
      </p:sp>
      <p:sp>
        <p:nvSpPr>
          <p:cNvPr id="6" name="Marcador de pie de página 5">
            <a:extLst xmlns:a="http://schemas.openxmlformats.org/drawingml/2006/main">
              <a:ext uri="{FF2B5EF4-FFF2-40B4-BE49-F238E27FC236}">
                <a16:creationId xmlns:a16="http://schemas.microsoft.com/office/drawing/2014/main" id="{72C47621-8511-AB71-D5DD-23A5139A86C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Marcador de número de diapositiva 6">
            <a:extLst xmlns:a="http://schemas.openxmlformats.org/drawingml/2006/main">
              <a:ext uri="{FF2B5EF4-FFF2-40B4-BE49-F238E27FC236}">
                <a16:creationId xmlns:a16="http://schemas.microsoft.com/office/drawing/2014/main" id="{C267C0A7-6752-9136-B8AA-764F60EB358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48A9E64-630A-FB4E-B04D-F903D0721C28}" type="slidenum">
              <a:t>‹#›</a:t>
            </a:fld>
            <a:endParaRPr/>
          </a:p>
        </p:txBody>
      </p:sp>
    </p:spTree>
  </p:cSld>
</p:sldLayout>
</file>

<file path=ppt/slideLayouts/slideLayout9.xml><?xml version="1.0" encoding="utf-8"?>
<p:sldLayout xmlns:p="http://schemas.openxmlformats.org/presentationml/2006/main" type="picTx" preserve="1">
  <p:cSld name="Imagen con título">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6E2924C1-38B1-D35A-A6B2-3F2A863FC0E9}"/>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Haz clic para modificar el estilo de título del patrón</a:t>
            </a:r>
            <a:endParaRPr/>
          </a:p>
        </p:txBody>
      </p:sp>
      <p:sp>
        <p:nvSpPr>
          <p:cNvPr id="3" name="Marcador de posición de imagen 2">
            <a:extLst xmlns:a="http://schemas.openxmlformats.org/drawingml/2006/main">
              <a:ext uri="{FF2B5EF4-FFF2-40B4-BE49-F238E27FC236}">
                <a16:creationId xmlns:a16="http://schemas.microsoft.com/office/drawing/2014/main" id="{375F916B-DCB9-3697-B616-7EAFD5E1F4A2}"/>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Marcador de texto 3">
            <a:extLst xmlns:a="http://schemas.openxmlformats.org/drawingml/2006/main">
              <a:ext uri="{FF2B5EF4-FFF2-40B4-BE49-F238E27FC236}">
                <a16:creationId xmlns:a16="http://schemas.microsoft.com/office/drawing/2014/main" id="{53EAB371-42A8-391A-FB85-8E492EA73128}"/>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Haga clic para modificar los estilos de texto del patrón</a:t>
            </a:r>
          </a:p>
        </p:txBody>
      </p:sp>
      <p:sp>
        <p:nvSpPr>
          <p:cNvPr id="5" name="Marcador de fecha 4">
            <a:extLst xmlns:a="http://schemas.openxmlformats.org/drawingml/2006/main">
              <a:ext uri="{FF2B5EF4-FFF2-40B4-BE49-F238E27FC236}">
                <a16:creationId xmlns:a16="http://schemas.microsoft.com/office/drawing/2014/main" id="{3AA4441C-2036-36A3-DABE-0BECADDA94A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94EDED0C-CC18-BE40-BE57-CAAFB40AF922}" type="datetimeFigureOut">
              <a:t>14/09/2026</a:t>
            </a:fld>
            <a:endParaRPr/>
          </a:p>
        </p:txBody>
      </p:sp>
      <p:sp>
        <p:nvSpPr>
          <p:cNvPr id="6" name="Marcador de pie de página 5">
            <a:extLst xmlns:a="http://schemas.openxmlformats.org/drawingml/2006/main">
              <a:ext uri="{FF2B5EF4-FFF2-40B4-BE49-F238E27FC236}">
                <a16:creationId xmlns:a16="http://schemas.microsoft.com/office/drawing/2014/main" id="{DD0AE411-49DB-53CD-A2DB-73BDFB671AC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Marcador de número de diapositiva 6">
            <a:extLst xmlns:a="http://schemas.openxmlformats.org/drawingml/2006/main">
              <a:ext uri="{FF2B5EF4-FFF2-40B4-BE49-F238E27FC236}">
                <a16:creationId xmlns:a16="http://schemas.microsoft.com/office/drawing/2014/main" id="{6D774EBE-AE05-E022-B5AC-A8106FBF367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48A9E64-630A-FB4E-B04D-F903D0721C28}" type="slidenum">
              <a:t>‹#›</a:t>
            </a:fld>
            <a:endParaRPr/>
          </a:p>
        </p:txBody>
      </p:sp>
    </p:spTree>
  </p:cSld>
</p:sldLayout>
</file>

<file path=ppt/slideLayouts/slideLayout10.xml><?xml version="1.0" encoding="utf-8"?>
<p:sldLayout xmlns:p="http://schemas.openxmlformats.org/presentationml/2006/main" type="vertTx" preserve="1">
  <p:cSld name="Título y texto vertical">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47330135-64E7-2A74-1ACF-BDAC207AEC8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Haz clic para modificar el estilo de título del patrón</a:t>
            </a:r>
            <a:endParaRPr/>
          </a:p>
        </p:txBody>
      </p:sp>
      <p:sp>
        <p:nvSpPr>
          <p:cNvPr id="3" name="Marcador de texto vertical 2">
            <a:extLst xmlns:a="http://schemas.openxmlformats.org/drawingml/2006/main">
              <a:ext uri="{FF2B5EF4-FFF2-40B4-BE49-F238E27FC236}">
                <a16:creationId xmlns:a16="http://schemas.microsoft.com/office/drawing/2014/main" id="{E36E6370-214F-2051-6639-7EB65778919E}"/>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Haga clic para modificar los estilos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endParaRPr/>
          </a:p>
        </p:txBody>
      </p:sp>
      <p:sp>
        <p:nvSpPr>
          <p:cNvPr id="4" name="Marcador de fecha 3">
            <a:extLst xmlns:a="http://schemas.openxmlformats.org/drawingml/2006/main">
              <a:ext uri="{FF2B5EF4-FFF2-40B4-BE49-F238E27FC236}">
                <a16:creationId xmlns:a16="http://schemas.microsoft.com/office/drawing/2014/main" id="{5FAC2551-41E1-43F8-22F4-464B9D0E280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94EDED0C-CC18-BE40-BE57-CAAFB40AF922}" type="datetimeFigureOut">
              <a:t>14/09/2026</a:t>
            </a:fld>
            <a:endParaRPr/>
          </a:p>
        </p:txBody>
      </p:sp>
      <p:sp>
        <p:nvSpPr>
          <p:cNvPr id="5" name="Marcador de pie de página 4">
            <a:extLst xmlns:a="http://schemas.openxmlformats.org/drawingml/2006/main">
              <a:ext uri="{FF2B5EF4-FFF2-40B4-BE49-F238E27FC236}">
                <a16:creationId xmlns:a16="http://schemas.microsoft.com/office/drawing/2014/main" id="{EB366784-CC00-4363-531C-3C696D306F9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Marcador de número de diapositiva 5">
            <a:extLst xmlns:a="http://schemas.openxmlformats.org/drawingml/2006/main">
              <a:ext uri="{FF2B5EF4-FFF2-40B4-BE49-F238E27FC236}">
                <a16:creationId xmlns:a16="http://schemas.microsoft.com/office/drawing/2014/main" id="{9C62BAB3-B2A0-0C7F-6D78-2EB30A2820B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48A9E64-630A-FB4E-B04D-F903D0721C28}" type="slidenum">
              <a:t>‹#›</a:t>
            </a:fld>
            <a:endParaRPr/>
          </a:p>
        </p:txBody>
      </p:sp>
    </p:spTree>
  </p:cSld>
</p:sldLayout>
</file>

<file path=ppt/slideLayouts/slideLayout11.xml><?xml version="1.0" encoding="utf-8"?>
<p:sldLayout xmlns:p="http://schemas.openxmlformats.org/presentationml/2006/main" type="vertTitleAndTx" preserve="1">
  <p:cSld name="Título vertical y texto">
    <p:spTree>
      <p:nvGrpSpPr>
        <p:cNvPr id="1" name=""/>
        <p:cNvGrpSpPr/>
        <p:nvPr/>
      </p:nvGrpSpPr>
      <p:grpSpPr>
        <a:xfrm xmlns:a="http://schemas.openxmlformats.org/drawingml/2006/main"/>
      </p:grpSpPr>
      <p:sp>
        <p:nvSpPr>
          <p:cNvPr id="2" name="Título vertical 1">
            <a:extLst xmlns:a="http://schemas.openxmlformats.org/drawingml/2006/main">
              <a:ext uri="{FF2B5EF4-FFF2-40B4-BE49-F238E27FC236}">
                <a16:creationId xmlns:a16="http://schemas.microsoft.com/office/drawing/2014/main" id="{90CAC4CE-A8AC-284C-A303-B0B45BD33A72}"/>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Haz clic para modificar el estilo de título del patrón</a:t>
            </a:r>
            <a:endParaRPr/>
          </a:p>
        </p:txBody>
      </p:sp>
      <p:sp>
        <p:nvSpPr>
          <p:cNvPr id="3" name="Marcador de texto vertical 2">
            <a:extLst xmlns:a="http://schemas.openxmlformats.org/drawingml/2006/main">
              <a:ext uri="{FF2B5EF4-FFF2-40B4-BE49-F238E27FC236}">
                <a16:creationId xmlns:a16="http://schemas.microsoft.com/office/drawing/2014/main" id="{A02D7710-B67A-E421-5FDA-3C1C7532A29A}"/>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Haga clic para modificar los estilos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endParaRPr/>
          </a:p>
        </p:txBody>
      </p:sp>
      <p:sp>
        <p:nvSpPr>
          <p:cNvPr id="4" name="Marcador de fecha 3">
            <a:extLst xmlns:a="http://schemas.openxmlformats.org/drawingml/2006/main">
              <a:ext uri="{FF2B5EF4-FFF2-40B4-BE49-F238E27FC236}">
                <a16:creationId xmlns:a16="http://schemas.microsoft.com/office/drawing/2014/main" id="{CC52ABAF-9EA3-F079-D377-B9499888769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94EDED0C-CC18-BE40-BE57-CAAFB40AF922}" type="datetimeFigureOut">
              <a:t>14/09/2026</a:t>
            </a:fld>
            <a:endParaRPr/>
          </a:p>
        </p:txBody>
      </p:sp>
      <p:sp>
        <p:nvSpPr>
          <p:cNvPr id="5" name="Marcador de pie de página 4">
            <a:extLst xmlns:a="http://schemas.openxmlformats.org/drawingml/2006/main">
              <a:ext uri="{FF2B5EF4-FFF2-40B4-BE49-F238E27FC236}">
                <a16:creationId xmlns:a16="http://schemas.microsoft.com/office/drawing/2014/main" id="{BA778A77-5011-B7AC-8429-D86D5435968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Marcador de número de diapositiva 5">
            <a:extLst xmlns:a="http://schemas.openxmlformats.org/drawingml/2006/main">
              <a:ext uri="{FF2B5EF4-FFF2-40B4-BE49-F238E27FC236}">
                <a16:creationId xmlns:a16="http://schemas.microsoft.com/office/drawing/2014/main" id="{7743F148-AA69-B306-18EE-27ABAAD9227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48A9E64-630A-FB4E-B04D-F903D0721C28}"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96f925c6d2f4e61" /><Relationship Type="http://schemas.openxmlformats.org/officeDocument/2006/relationships/slideLayout" Target="/ppt/slideLayouts/slideLayout1.xml" Id="R8a7ed3faeff14fa9" /><Relationship Type="http://schemas.openxmlformats.org/officeDocument/2006/relationships/slideLayout" Target="/ppt/slideLayouts/slideLayout2.xml" Id="Rde71c2b1b9d04ca2" /><Relationship Type="http://schemas.openxmlformats.org/officeDocument/2006/relationships/slideLayout" Target="/ppt/slideLayouts/slideLayout3.xml" Id="R7f7be47d2d3648a2" /><Relationship Type="http://schemas.openxmlformats.org/officeDocument/2006/relationships/slideLayout" Target="/ppt/slideLayouts/slideLayout4.xml" Id="Raa1b12e014994b09" /><Relationship Type="http://schemas.openxmlformats.org/officeDocument/2006/relationships/slideLayout" Target="/ppt/slideLayouts/slideLayout5.xml" Id="Rfd3f8298131647c5" /><Relationship Type="http://schemas.openxmlformats.org/officeDocument/2006/relationships/slideLayout" Target="/ppt/slideLayouts/slideLayout6.xml" Id="R32f71696a1214816" /><Relationship Type="http://schemas.openxmlformats.org/officeDocument/2006/relationships/slideLayout" Target="/ppt/slideLayouts/slideLayout7.xml" Id="R972255202a3a41dd" /><Relationship Type="http://schemas.openxmlformats.org/officeDocument/2006/relationships/slideLayout" Target="/ppt/slideLayouts/slideLayout8.xml" Id="R104c1d56a76946ac" /><Relationship Type="http://schemas.openxmlformats.org/officeDocument/2006/relationships/slideLayout" Target="/ppt/slideLayouts/slideLayout9.xml" Id="Rbc95654285ef4ade" /><Relationship Type="http://schemas.openxmlformats.org/officeDocument/2006/relationships/slideLayout" Target="/ppt/slideLayouts/slideLayout10.xml" Id="R53e3542bd74047d0" /><Relationship Type="http://schemas.openxmlformats.org/officeDocument/2006/relationships/slideLayout" Target="/ppt/slideLayouts/slideLayout11.xml" Id="R32688b95e3374d5c"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Marcador de título 1">
            <a:extLst xmlns:a="http://schemas.openxmlformats.org/drawingml/2006/main">
              <a:ext uri="{FF2B5EF4-FFF2-40B4-BE49-F238E27FC236}">
                <a16:creationId xmlns:a16="http://schemas.microsoft.com/office/drawing/2014/main" id="{EF40743F-61E1-432A-C851-56696C8F6429}"/>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Haz clic para modificar el estilo de título del patrón</a:t>
            </a:r>
            <a:endParaRPr/>
          </a:p>
        </p:txBody>
      </p:sp>
      <p:sp>
        <p:nvSpPr>
          <p:cNvPr id="3" name="Marcador de texto 2">
            <a:extLst xmlns:a="http://schemas.openxmlformats.org/drawingml/2006/main">
              <a:ext uri="{FF2B5EF4-FFF2-40B4-BE49-F238E27FC236}">
                <a16:creationId xmlns:a16="http://schemas.microsoft.com/office/drawing/2014/main" id="{908CC99C-BE8F-8EB6-0ECA-37946A30DEB9}"/>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Haga clic para modificar los estilos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endParaRPr/>
          </a:p>
        </p:txBody>
      </p:sp>
      <p:sp>
        <p:nvSpPr>
          <p:cNvPr id="4" name="Marcador de fecha 3">
            <a:extLst xmlns:a="http://schemas.openxmlformats.org/drawingml/2006/main">
              <a:ext uri="{FF2B5EF4-FFF2-40B4-BE49-F238E27FC236}">
                <a16:creationId xmlns:a16="http://schemas.microsoft.com/office/drawing/2014/main" id="{425BF70B-0119-F810-7755-A77DD8FD6586}"/>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94EDED0C-CC18-BE40-BE57-CAAFB40AF922}" type="datetimeFigureOut">
              <a:t>14/09/2026</a:t>
            </a:fld>
            <a:endParaRPr/>
          </a:p>
        </p:txBody>
      </p:sp>
      <p:sp>
        <p:nvSpPr>
          <p:cNvPr id="5" name="Marcador de pie de página 4">
            <a:extLst xmlns:a="http://schemas.openxmlformats.org/drawingml/2006/main">
              <a:ext uri="{FF2B5EF4-FFF2-40B4-BE49-F238E27FC236}">
                <a16:creationId xmlns:a16="http://schemas.microsoft.com/office/drawing/2014/main" id="{5D60CECE-4FA0-41F7-06B7-4412AA22B720}"/>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Marcador de número de diapositiva 5">
            <a:extLst xmlns:a="http://schemas.openxmlformats.org/drawingml/2006/main">
              <a:ext uri="{FF2B5EF4-FFF2-40B4-BE49-F238E27FC236}">
                <a16:creationId xmlns:a16="http://schemas.microsoft.com/office/drawing/2014/main" id="{69F6617F-9AAC-24B9-2878-945B50A876D0}"/>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448A9E64-630A-FB4E-B04D-F903D0721C28}"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a7ed3faeff14fa9"/>
    <p:sldLayoutId xmlns:r="http://schemas.openxmlformats.org/officeDocument/2006/relationships" id="2147483650" r:id="Rde71c2b1b9d04ca2"/>
    <p:sldLayoutId xmlns:r="http://schemas.openxmlformats.org/officeDocument/2006/relationships" id="2147483651" r:id="R7f7be47d2d3648a2"/>
    <p:sldLayoutId xmlns:r="http://schemas.openxmlformats.org/officeDocument/2006/relationships" id="2147483652" r:id="Raa1b12e014994b09"/>
    <p:sldLayoutId xmlns:r="http://schemas.openxmlformats.org/officeDocument/2006/relationships" id="2147483653" r:id="Rfd3f8298131647c5"/>
    <p:sldLayoutId xmlns:r="http://schemas.openxmlformats.org/officeDocument/2006/relationships" id="2147483654" r:id="R32f71696a1214816"/>
    <p:sldLayoutId xmlns:r="http://schemas.openxmlformats.org/officeDocument/2006/relationships" id="2147483655" r:id="R972255202a3a41dd"/>
    <p:sldLayoutId xmlns:r="http://schemas.openxmlformats.org/officeDocument/2006/relationships" id="2147483656" r:id="R104c1d56a76946ac"/>
    <p:sldLayoutId xmlns:r="http://schemas.openxmlformats.org/officeDocument/2006/relationships" id="2147483657" r:id="Rbc95654285ef4ade"/>
    <p:sldLayoutId xmlns:r="http://schemas.openxmlformats.org/officeDocument/2006/relationships" id="2147483658" r:id="R53e3542bd74047d0"/>
    <p:sldLayoutId xmlns:r="http://schemas.openxmlformats.org/officeDocument/2006/relationships" id="2147483659" r:id="R32688b95e3374d5c"/>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ns0:Relationships xmlns:ns0="http://schemas.openxmlformats.org/package/2006/relationships"><ns0:Relationship Type="http://schemas.openxmlformats.org/officeDocument/2006/relationships/slideLayout" Target="/ppt/template/slideLayouts/slideLayout1.xml" Id="Rf73e37ad8fc34745" /><ns0:Relationship Type="http://schemas.openxmlformats.org/officeDocument/2006/relationships/image" Target="/ppt/media/image.jpeg" Id="R9282d82812684147" /><ns0:Relationship Type="http://schemas.openxmlformats.org/officeDocument/2006/relationships/image" Target="/ppt/media/image.png" Id="Re9fd5cb90b38466e" /><ns0:Relationship Type="http://schemas.openxmlformats.org/officeDocument/2006/relationships/notesSlide" Target="/ppt/notesSlides/notesSlide1.xml" Id="Rf4b97e4677624b7b" /></ns0:Relationships>
</file>

<file path=ppt/slides/_rels/slide2.xml.rels><?xml version='1.0' encoding='utf-8'?>
<ns0:Relationships xmlns:ns0="http://schemas.openxmlformats.org/package/2006/relationships"><ns0:Relationship Type="http://schemas.openxmlformats.org/officeDocument/2006/relationships/slideLayout" Target="/ppt/template/slideLayouts/slideLayout1.xml" Id="R7bd54fc6d86d4325" /><ns0:Relationship Type="http://schemas.openxmlformats.org/officeDocument/2006/relationships/image" Target="/ppt/media/image2.jpeg" Id="R7292272266984f90" /><ns0:Relationship Type="http://schemas.openxmlformats.org/officeDocument/2006/relationships/notesSlide" Target="/ppt/notesSlides/notesSlide2.xml" Id="R951780e469144a4a" /></ns0:Relationships>
</file>

<file path=ppt/slides/_rels/slide3.xml.rels><?xml version='1.0' encoding='utf-8'?>
<ns0:Relationships xmlns:ns0="http://schemas.openxmlformats.org/package/2006/relationships"><ns0:Relationship Type="http://schemas.openxmlformats.org/officeDocument/2006/relationships/slideLayout" Target="/ppt/template/slideLayouts/slideLayout1.xml" Id="R88f405df66934705" /><ns0:Relationship Type="http://schemas.openxmlformats.org/officeDocument/2006/relationships/image" Target="/ppt/media/image2.jpeg" Id="R5c353052773e4dba" /><ns0:Relationship Type="http://schemas.openxmlformats.org/officeDocument/2006/relationships/notesSlide" Target="/ppt/notesSlides/notesSlide3.xml" Id="Rfddcb965522241cb" /></ns0:Relationships>
</file>

<file path=ppt/slides/_rels/slide4.xml.rels><?xml version='1.0' encoding='utf-8'?>
<ns0:Relationships xmlns:ns0="http://schemas.openxmlformats.org/package/2006/relationships"><ns0:Relationship Type="http://schemas.openxmlformats.org/officeDocument/2006/relationships/slideLayout" Target="/ppt/template/slideLayouts/slideLayout1.xml" Id="R76eba8dafdbe46cf" /><ns0:Relationship Type="http://schemas.openxmlformats.org/officeDocument/2006/relationships/image" Target="/ppt/media/image2.jpeg" Id="R718e034c6dd64571" /><ns0:Relationship Type="http://schemas.openxmlformats.org/officeDocument/2006/relationships/notesSlide" Target="/ppt/notesSlides/notesSlide4.xml" Id="R2f7a59750da042f5" /></ns0:Relationships>
</file>

<file path=ppt/slides/_rels/slide5.xml.rels><?xml version='1.0' encoding='utf-8'?>
<ns0:Relationships xmlns:ns0="http://schemas.openxmlformats.org/package/2006/relationships"><ns0:Relationship Type="http://schemas.openxmlformats.org/officeDocument/2006/relationships/slideLayout" Target="/ppt/template/slideLayouts/slideLayout1.xml" Id="R847add10cf0b4218" /><ns0:Relationship Type="http://schemas.openxmlformats.org/officeDocument/2006/relationships/image" Target="/ppt/media/image2.jpeg" Id="R029ccd9ef4be44a5" /><ns0:Relationship Type="http://schemas.openxmlformats.org/officeDocument/2006/relationships/notesSlide" Target="/ppt/notesSlides/notesSlide5.xml" Id="Rea92c2dbd7474c40" /></ns0:Relationships>
</file>

<file path=ppt/slides/_rels/slide6.xml.rels><?xml version='1.0' encoding='utf-8'?>
<ns0:Relationships xmlns:ns0="http://schemas.openxmlformats.org/package/2006/relationships"><ns0:Relationship Type="http://schemas.openxmlformats.org/officeDocument/2006/relationships/slideLayout" Target="/ppt/template/slideLayouts/slideLayout1.xml" Id="R8b2d3de125554703" /><ns0:Relationship Type="http://schemas.openxmlformats.org/officeDocument/2006/relationships/image" Target="/ppt/media/image3.jpeg" Id="Rf5a66afcb9424101" /><ns0:Relationship Type="http://schemas.openxmlformats.org/officeDocument/2006/relationships/notesSlide" Target="/ppt/notesSlides/notesSlide6.xml" Id="R6d20752e2a214966" /></ns0:Relationships>
</file>

<file path=ppt/slides/_rels/slide7.xml.rels><?xml version='1.0' encoding='utf-8'?>
<ns0:Relationships xmlns:ns0="http://schemas.openxmlformats.org/package/2006/relationships"><ns0:Relationship Type="http://schemas.openxmlformats.org/officeDocument/2006/relationships/slideLayout" Target="/ppt/template/slideLayouts/slideLayout1.xml" Id="R2f4c77a48ab44134" /><ns0:Relationship Type="http://schemas.openxmlformats.org/officeDocument/2006/relationships/image" Target="/ppt/media/image2.jpeg" Id="R734b5690b4eb4b59" /><ns0:Relationship Type="http://schemas.openxmlformats.org/officeDocument/2006/relationships/notesSlide" Target="/ppt/notesSlides/notesSlide7.xml" Id="Rc8ac27b8db9840d4" /></ns0:Relationships>
</file>

<file path=ppt/slides/_rels/slide8.xml.rels><?xml version='1.0' encoding='utf-8'?>
<ns0:Relationships xmlns:ns0="http://schemas.openxmlformats.org/package/2006/relationships"><ns0:Relationship Type="http://schemas.openxmlformats.org/officeDocument/2006/relationships/slideLayout" Target="/ppt/template/slideLayouts/slideLayout1.xml" Id="R4d741129ae6f41ed" /><ns0:Relationship Type="http://schemas.openxmlformats.org/officeDocument/2006/relationships/image" Target="/ppt/media/image2.jpeg" Id="Rbbe5c3c5c0294f1e" /><ns0:Relationship Type="http://schemas.openxmlformats.org/officeDocument/2006/relationships/notesSlide" Target="/ppt/notesSlides/notesSlide8.xml" Id="R4d7a38b8466e44fc" /></ns0:Relationships>
</file>

<file path=ppt/slides/_rels/slide9.xml.rels><?xml version='1.0' encoding='utf-8'?>
<ns0:Relationships xmlns:ns0="http://schemas.openxmlformats.org/package/2006/relationships"><ns0:Relationship Type="http://schemas.openxmlformats.org/officeDocument/2006/relationships/slideLayout" Target="/ppt/template/slideLayouts/slideLayout1.xml" Id="Re9e48b13d5d64b59" /><ns0:Relationship Type="http://schemas.openxmlformats.org/officeDocument/2006/relationships/image" Target="/ppt/media/image2.jpeg" Id="Ra2b977d9d8f14327" /><ns0:Relationship Type="http://schemas.openxmlformats.org/officeDocument/2006/relationships/notesSlide" Target="/ppt/notesSlides/notesSlide9.xml" Id="Rf72ae71aad764fcb" /></ns0:Relationships>
</file>

<file path=ppt/slides/_rels/slide10.xml.rels><?xml version='1.0' encoding='utf-8'?>
<ns0:Relationships xmlns:ns0="http://schemas.openxmlformats.org/package/2006/relationships"><ns0:Relationship Type="http://schemas.openxmlformats.org/officeDocument/2006/relationships/slideLayout" Target="/ppt/template/slideLayouts/slideLayout1.xml" Id="Rc3d96b9e49be4682" /><ns0:Relationship Type="http://schemas.openxmlformats.org/officeDocument/2006/relationships/image" Target="/ppt/media/image2.jpeg" Id="Rc0d027e3b90947c6" /><ns0:Relationship Type="http://schemas.openxmlformats.org/officeDocument/2006/relationships/notesSlide" Target="/ppt/notesSlides/notesSlide10.xml" Id="R58654f9b649f4b5c" /></ns0:Relationships>
</file>

<file path=ppt/slides/_rels/slide11.xml.rels><?xml version='1.0' encoding='utf-8'?>
<ns0:Relationships xmlns:ns0="http://schemas.openxmlformats.org/package/2006/relationships"><ns0:Relationship Type="http://schemas.openxmlformats.org/officeDocument/2006/relationships/slideLayout" Target="/ppt/template/slideLayouts/slideLayout1.xml" Id="R47dc0e05c62a4dd6" /><ns0:Relationship Type="http://schemas.openxmlformats.org/officeDocument/2006/relationships/image" Target="/ppt/media/image2.jpeg" Id="Rf54bddc876c84f22" /><ns0:Relationship Type="http://schemas.openxmlformats.org/officeDocument/2006/relationships/notesSlide" Target="/ppt/notesSlides/notesSlide11.xml" Id="R8ac632af18174fb0" /></ns0:Relationships>
</file>

<file path=ppt/slides/_rels/slide12.xml.rels><?xml version='1.0' encoding='utf-8'?>
<ns0:Relationships xmlns:ns0="http://schemas.openxmlformats.org/package/2006/relationships"><ns0:Relationship Type="http://schemas.openxmlformats.org/officeDocument/2006/relationships/slideLayout" Target="/ppt/template/slideLayouts/slideLayout1.xml" Id="Rf1085c28e8f641c1" /><ns0:Relationship Type="http://schemas.openxmlformats.org/officeDocument/2006/relationships/image" Target="/ppt/media/image2.jpeg" Id="Rcf92e8445b2f4cbb" /><ns0:Relationship Type="http://schemas.openxmlformats.org/officeDocument/2006/relationships/notesSlide" Target="/ppt/notesSlides/notesSlide12.xml" Id="R6d1d8d8cc0674b8f" /></ns0:Relationships>
</file>

<file path=ppt/slides/_rels/slide13.xml.rels><?xml version='1.0' encoding='utf-8'?>
<ns0:Relationships xmlns:ns0="http://schemas.openxmlformats.org/package/2006/relationships"><ns0:Relationship Type="http://schemas.openxmlformats.org/officeDocument/2006/relationships/slideLayout" Target="/ppt/template/slideLayouts/slideLayout1.xml" Id="Rb500cd83f19a47cc" /><ns0:Relationship Type="http://schemas.openxmlformats.org/officeDocument/2006/relationships/image" Target="/ppt/media/image4.jpeg" Id="Ra2c8e67f597d475f" /><ns0:Relationship Type="http://schemas.openxmlformats.org/officeDocument/2006/relationships/image" Target="/ppt/media/image2.png" Id="Ra5b136eacbc345d4" /><ns0:Relationship Type="http://schemas.openxmlformats.org/officeDocument/2006/relationships/notesSlide" Target="/ppt/notesSlides/notesSlide13.xml" Id="R0ac6b8adcbef4987" /></ns0:Relationships>
</file>

<file path=ppt/slides/_rels/slide14.xml.rels><?xml version='1.0' encoding='utf-8'?>
<ns0:Relationships xmlns:ns0="http://schemas.openxmlformats.org/package/2006/relationships"><ns0:Relationship Type="http://schemas.openxmlformats.org/officeDocument/2006/relationships/slideLayout" Target="/ppt/template/slideLayouts/slideLayout1.xml" Id="Rfb40aa8e7ced4fe0" /><ns0:Relationship Type="http://schemas.openxmlformats.org/officeDocument/2006/relationships/image" Target="/ppt/media/image2.jpeg" Id="Rf1e025946e174467" /><ns0:Relationship Type="http://schemas.openxmlformats.org/officeDocument/2006/relationships/notesSlide" Target="/ppt/notesSlides/notesSlide14.xml" Id="R61f7cc691ed84df7" /></ns0:Relationships>
</file>

<file path=ppt/slides/_rels/slide15.xml.rels><?xml version='1.0' encoding='utf-8'?>
<ns0:Relationships xmlns:ns0="http://schemas.openxmlformats.org/package/2006/relationships"><ns0:Relationship Type="http://schemas.openxmlformats.org/officeDocument/2006/relationships/slideLayout" Target="/ppt/template/slideLayouts/slideLayout1.xml" Id="Rfdfe8648e62c4835" /><ns0:Relationship Type="http://schemas.openxmlformats.org/officeDocument/2006/relationships/image" Target="/ppt/media/image5.jpeg" Id="R7e897002b04f474c" /><ns0:Relationship Type="http://schemas.openxmlformats.org/officeDocument/2006/relationships/notesSlide" Target="/ppt/notesSlides/notesSlide15.xml" Id="Ra99cd29215b541fd" /></ns0: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7" name="Imagen 2"/>
          <p:cNvPicPr>
            <a:picLocks xmlns:a="http://schemas.openxmlformats.org/drawingml/2006/main" noChangeAspect="1"/>
          </p:cNvPicPr>
          <p:nvPr/>
        </p:nvPicPr>
        <p:blipFill rotWithShape="1">
          <a:blip xmlns:r="http://schemas.openxmlformats.org/officeDocument/2006/relationships" xmlns:a="http://schemas.openxmlformats.org/drawingml/2006/main" r:embed="R9282d82812684147"/>
          <a:srcRect xmlns:a="http://schemas.openxmlformats.org/drawingml/2006/main" l="9877" t="0" r="0" b="0"/>
          <a:stretch xmlns:a="http://schemas.openxmlformats.org/drawingml/2006/main"/>
        </p:blipFill>
        <p:spPr>
          <a:xfrm xmlns:a="http://schemas.openxmlformats.org/drawingml/2006/main">
            <a:off x="0" y="1018516"/>
            <a:ext cx="8042871" cy="5735366"/>
          </a:xfrm>
          <a:prstGeom xmlns:a="http://schemas.openxmlformats.org/drawingml/2006/main" prst="rect">
            <a:avLst/>
          </a:prstGeom>
        </p:spPr>
      </p:pic>
      <p:pic>
        <p:nvPicPr>
          <p:cNvPr id="8" name="Imagen 4"/>
          <p:cNvPicPr>
            <a:picLocks xmlns:a="http://schemas.openxmlformats.org/drawingml/2006/main" noChangeAspect="1"/>
          </p:cNvPicPr>
          <p:nvPr/>
        </p:nvPicPr>
        <p:blipFill>
          <a:blip xmlns:r="http://schemas.openxmlformats.org/officeDocument/2006/relationships" xmlns:a="http://schemas.openxmlformats.org/drawingml/2006/main" r:embed="Re9fd5cb90b38466e"/>
          <a:srcRect xmlns:a="http://schemas.openxmlformats.org/drawingml/2006/main" l="0" t="0" r="0" b="0"/>
          <a:stretch xmlns:a="http://schemas.openxmlformats.org/drawingml/2006/main"/>
        </p:blipFill>
        <p:spPr>
          <a:xfrm xmlns:a="http://schemas.openxmlformats.org/drawingml/2006/main">
            <a:off x="1" y="0"/>
            <a:ext cx="12213603" cy="6857999"/>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12A7A5D-4AE2-4CDD-BE9B-EDFCE19C8070}"/>
              </a:ext>
            </a:extLst>
          </p:cNvPr>
          <p:cNvSpPr>
            <a:spLocks xmlns:a="http://schemas.openxmlformats.org/drawingml/2006/main" noGrp="1"/>
          </p:cNvSpPr>
          <p:nvPr/>
        </p:nvSpPr>
        <p:spPr>
          <a:xfrm xmlns:a="http://schemas.openxmlformats.org/drawingml/2006/main">
            <a:off x="7810500" y="1762125"/>
            <a:ext cx="4000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4575" b="1">
                <a:solidFill>
                  <a:srgbClr val="FFFFFF"/>
                </a:solidFill>
                <a:latin typeface="Calibri"/>
                <a:ea typeface="Calibri"/>
                <a:cs typeface="Calibri"/>
              </a:defRPr>
            </a:pPr>
            <a:r>
              <a:rPr sz="4575" b="1">
                <a:solidFill>
                  <a:srgbClr val="FFFFFF"/>
                </a:solidFill>
                <a:latin typeface="Calibri"/>
                <a:ea typeface="Calibri"/>
                <a:cs typeface="Calibri"/>
              </a:rPr>
              <a:t>ItalGranja</a:t>
            </a:r>
          </a:p>
        </p:txBody>
      </p:sp>
      <p:sp>
        <p:nvSpPr>
          <p:cNvPr id="4" name="">
            <a:extLst xmlns:a="http://schemas.openxmlformats.org/drawingml/2006/main">
              <a:ext uri="{FF2B5EF4-FFF2-40B4-BE49-F238E27FC236}">
                <a16:creationId xmlns:a16="http://schemas.microsoft.com/office/drawing/2014/main" id="{2C12A948-ED6F-4F97-BF6D-9AA4C4CA1B86}"/>
              </a:ext>
            </a:extLst>
          </p:cNvPr>
          <p:cNvSpPr>
            <a:spLocks xmlns:a="http://schemas.openxmlformats.org/drawingml/2006/main" noGrp="1"/>
          </p:cNvSpPr>
          <p:nvPr/>
        </p:nvSpPr>
        <p:spPr>
          <a:xfrm xmlns:a="http://schemas.openxmlformats.org/drawingml/2006/main">
            <a:off x="7734300" y="4476750"/>
            <a:ext cx="4191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325" b="1">
                <a:solidFill>
                  <a:srgbClr val="FFFFFF"/>
                </a:solidFill>
                <a:latin typeface="Calibri"/>
                <a:ea typeface="Calibri"/>
                <a:cs typeface="Calibri"/>
              </a:defRPr>
            </a:pPr>
            <a:r>
              <a:rPr sz="2325" b="1">
                <a:solidFill>
                  <a:srgbClr val="FFFFFF"/>
                </a:solidFill>
                <a:latin typeface="Calibri"/>
                <a:ea typeface="Calibri"/>
                <a:cs typeface="Calibri"/>
              </a:rPr>
              <a:t>Gestión de la operación avícola</a:t>
            </a:r>
          </a:p>
        </p:txBody>
      </p:sp>
      <p:sp>
        <p:nvSpPr>
          <p:cNvPr id="5" name="">
            <a:extLst xmlns:a="http://schemas.openxmlformats.org/drawingml/2006/main">
              <a:ext uri="{FF2B5EF4-FFF2-40B4-BE49-F238E27FC236}">
                <a16:creationId xmlns:a16="http://schemas.microsoft.com/office/drawing/2014/main" id="{6232EC5B-0FBA-4E0D-9C00-85240EE57B5F}"/>
              </a:ext>
            </a:extLst>
          </p:cNvPr>
          <p:cNvSpPr>
            <a:spLocks xmlns:a="http://schemas.openxmlformats.org/drawingml/2006/main" noGrp="1"/>
          </p:cNvSpPr>
          <p:nvPr/>
        </p:nvSpPr>
        <p:spPr>
          <a:xfrm xmlns:a="http://schemas.openxmlformats.org/drawingml/2006/main">
            <a:off x="7800975" y="5391150"/>
            <a:ext cx="4000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325" b="1">
                <a:solidFill>
                  <a:srgbClr val="FFFFFF"/>
                </a:solidFill>
                <a:latin typeface="Calibri"/>
                <a:ea typeface="Calibri"/>
                <a:cs typeface="Calibri"/>
              </a:defRPr>
            </a:pPr>
            <a:r>
              <a:rPr sz="2325" b="1">
                <a:solidFill>
                  <a:srgbClr val="FFFFFF"/>
                </a:solidFill>
                <a:latin typeface="Calibri"/>
                <a:ea typeface="Calibri"/>
                <a:cs typeface="Calibri"/>
              </a:rPr>
              <a:t>Moisés Murillo</a:t>
            </a:r>
          </a:p>
        </p:txBody>
      </p:sp>
      <p:sp>
        <p:nvSpPr>
          <p:cNvPr id="6" name="">
            <a:extLst xmlns:a="http://schemas.openxmlformats.org/drawingml/2006/main">
              <a:ext uri="{FF2B5EF4-FFF2-40B4-BE49-F238E27FC236}">
                <a16:creationId xmlns:a16="http://schemas.microsoft.com/office/drawing/2014/main" id="{99B03C6B-611F-49D4-A332-769F659E4255}"/>
              </a:ext>
            </a:extLst>
          </p:cNvPr>
          <p:cNvSpPr>
            <a:spLocks xmlns:a="http://schemas.openxmlformats.org/drawingml/2006/main" noGrp="1"/>
          </p:cNvSpPr>
          <p:nvPr/>
        </p:nvSpPr>
        <p:spPr>
          <a:xfrm xmlns:a="http://schemas.openxmlformats.org/drawingml/2006/main">
            <a:off x="7743825" y="5895975"/>
            <a:ext cx="41243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725" b="0">
                <a:solidFill>
                  <a:srgbClr val="FFFFFF"/>
                </a:solidFill>
                <a:latin typeface="Calibri"/>
                <a:ea typeface="Calibri"/>
                <a:cs typeface="Calibri"/>
              </a:defRPr>
            </a:pPr>
            <a:r>
              <a:rPr sz="1725" b="0">
                <a:solidFill>
                  <a:srgbClr val="FFFFFF"/>
                </a:solidFill>
                <a:latin typeface="Calibri"/>
                <a:ea typeface="Calibri"/>
                <a:cs typeface="Calibri"/>
              </a:rPr>
              <a:t>Desarrollo Granjas / Septiembre 2026</a:t>
            </a:r>
          </a:p>
        </p:txBody>
      </p:sp>
    </p:spTree>
    <p:extLst>
      <p:ext uri="{BB962C8B-B14F-4D97-AF65-F5344CB8AC3E}">
        <p14:creationId xmlns:p14="http://schemas.microsoft.com/office/powerpoint/2010/main" val="101983529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19" name="Imagen 4"/>
          <p:cNvPicPr>
            <a:picLocks xmlns:a="http://schemas.openxmlformats.org/drawingml/2006/main" noChangeAspect="1"/>
          </p:cNvPicPr>
          <p:nvPr/>
        </p:nvPicPr>
        <p:blipFill>
          <a:blip xmlns:r="http://schemas.openxmlformats.org/officeDocument/2006/relationships" xmlns:a="http://schemas.openxmlformats.org/drawingml/2006/main" r:embed="R7292272266984f90"/>
          <a:srcRect xmlns:a="http://schemas.openxmlformats.org/drawingml/2006/main" l="0" t="0" r="0" b="0"/>
          <a:stretch xmlns:a="http://schemas.openxmlformats.org/drawingml/2006/main"/>
        </p:blipFill>
        <p:spPr>
          <a:xfrm xmlns:a="http://schemas.openxmlformats.org/drawingml/2006/main">
            <a:off x="2" y="0"/>
            <a:ext cx="12213601" cy="6857999"/>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07AB3C6-30B5-4E99-9398-1AB246B69D4C}"/>
              </a:ext>
            </a:extLst>
          </p:cNvPr>
          <p:cNvSpPr>
            <a:spLocks xmlns:a="http://schemas.openxmlformats.org/drawingml/2006/main" noGrp="1"/>
          </p:cNvSpPr>
          <p:nvPr/>
        </p:nvSpPr>
        <p:spPr>
          <a:xfrm xmlns:a="http://schemas.openxmlformats.org/drawingml/2006/main">
            <a:off x="2571750" y="666750"/>
            <a:ext cx="857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225" b="1">
                <a:solidFill>
                  <a:srgbClr val="091530"/>
                </a:solidFill>
                <a:latin typeface="Calibri"/>
                <a:ea typeface="Calibri"/>
                <a:cs typeface="Calibri"/>
              </a:defRPr>
            </a:pPr>
            <a:r>
              <a:rPr sz="3225" b="1">
                <a:solidFill>
                  <a:srgbClr val="091530"/>
                </a:solidFill>
                <a:latin typeface="Calibri"/>
                <a:ea typeface="Calibri"/>
                <a:cs typeface="Calibri"/>
              </a:rPr>
              <a:t>Agenda</a:t>
            </a:r>
          </a:p>
        </p:txBody>
      </p:sp>
      <p:sp>
        <p:nvSpPr>
          <p:cNvPr id="5" name="">
            <a:extLst xmlns:a="http://schemas.openxmlformats.org/drawingml/2006/main">
              <a:ext uri="{FF2B5EF4-FFF2-40B4-BE49-F238E27FC236}">
                <a16:creationId xmlns:a16="http://schemas.microsoft.com/office/drawing/2014/main" id="{B8DB2DA6-E455-402C-B4C0-0D1FC62014B6}"/>
              </a:ext>
            </a:extLst>
          </p:cNvPr>
          <p:cNvSpPr>
            <a:spLocks xmlns:a="http://schemas.openxmlformats.org/drawingml/2006/main" noGrp="1"/>
          </p:cNvSpPr>
          <p:nvPr/>
        </p:nvSpPr>
        <p:spPr>
          <a:xfrm xmlns:a="http://schemas.openxmlformats.org/drawingml/2006/main">
            <a:off x="2609850" y="1504950"/>
            <a:ext cx="8382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5A6478"/>
                </a:solidFill>
                <a:latin typeface="Calibri"/>
                <a:ea typeface="Calibri"/>
                <a:cs typeface="Calibri"/>
              </a:defRPr>
            </a:pPr>
            <a:r>
              <a:rPr sz="1650" b="0">
                <a:solidFill>
                  <a:srgbClr val="5A6478"/>
                </a:solidFill>
                <a:latin typeface="Calibri"/>
                <a:ea typeface="Calibri"/>
                <a:cs typeface="Calibri"/>
              </a:rPr>
              <a:t>30 minutos de presentación + 10–15 minutos de preguntas</a:t>
            </a:r>
          </a:p>
        </p:txBody>
      </p:sp>
      <p:sp>
        <p:nvSpPr>
          <p:cNvPr id="6" name="">
            <a:extLst xmlns:a="http://schemas.openxmlformats.org/drawingml/2006/main">
              <a:ext uri="{FF2B5EF4-FFF2-40B4-BE49-F238E27FC236}">
                <a16:creationId xmlns:a16="http://schemas.microsoft.com/office/drawing/2014/main" id="{7DF2CB86-6F3D-4B9C-A623-5E730D5CFB08}"/>
              </a:ext>
            </a:extLst>
          </p:cNvPr>
          <p:cNvSpPr>
            <a:spLocks xmlns:a="http://schemas.openxmlformats.org/drawingml/2006/main" noGrp="1"/>
          </p:cNvSpPr>
          <p:nvPr/>
        </p:nvSpPr>
        <p:spPr>
          <a:xfrm xmlns:a="http://schemas.openxmlformats.org/drawingml/2006/main">
            <a:off x="933450" y="2114550"/>
            <a:ext cx="2552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4472C4"/>
                </a:solidFill>
                <a:latin typeface="Calibri"/>
                <a:ea typeface="Calibri"/>
                <a:cs typeface="Calibri"/>
              </a:defRPr>
            </a:pPr>
            <a:r>
              <a:rPr sz="2175" b="1">
                <a:solidFill>
                  <a:srgbClr val="4472C4"/>
                </a:solidFill>
                <a:latin typeface="Calibri"/>
                <a:ea typeface="Calibri"/>
                <a:cs typeface="Calibri"/>
              </a:rPr>
              <a:t>00:00–04:00</a:t>
            </a:r>
          </a:p>
        </p:txBody>
      </p:sp>
      <p:sp>
        <p:nvSpPr>
          <p:cNvPr id="7" name="">
            <a:extLst xmlns:a="http://schemas.openxmlformats.org/drawingml/2006/main">
              <a:ext uri="{FF2B5EF4-FFF2-40B4-BE49-F238E27FC236}">
                <a16:creationId xmlns:a16="http://schemas.microsoft.com/office/drawing/2014/main" id="{A08D6B1E-E310-4AFB-B02B-ACEF5D9E9668}"/>
              </a:ext>
            </a:extLst>
          </p:cNvPr>
          <p:cNvSpPr>
            <a:spLocks xmlns:a="http://schemas.openxmlformats.org/drawingml/2006/main" noGrp="1"/>
          </p:cNvSpPr>
          <p:nvPr/>
        </p:nvSpPr>
        <p:spPr>
          <a:xfrm xmlns:a="http://schemas.openxmlformats.org/drawingml/2006/main">
            <a:off x="3733800" y="2133600"/>
            <a:ext cx="7658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0">
                <a:solidFill>
                  <a:srgbClr val="091530"/>
                </a:solidFill>
                <a:latin typeface="Calibri"/>
                <a:ea typeface="Calibri"/>
                <a:cs typeface="Calibri"/>
              </a:defRPr>
            </a:pPr>
            <a:r>
              <a:rPr sz="2100" b="0">
                <a:solidFill>
                  <a:srgbClr val="091530"/>
                </a:solidFill>
                <a:latin typeface="Calibri"/>
                <a:ea typeface="Calibri"/>
                <a:cs typeface="Calibri"/>
              </a:rPr>
              <a:t>Problema, objetivo y alcance</a:t>
            </a:r>
          </a:p>
        </p:txBody>
      </p:sp>
      <p:sp>
        <p:nvSpPr>
          <p:cNvPr id="8" name="">
            <a:extLst xmlns:a="http://schemas.openxmlformats.org/drawingml/2006/main">
              <a:ext uri="{FF2B5EF4-FFF2-40B4-BE49-F238E27FC236}">
                <a16:creationId xmlns:a16="http://schemas.microsoft.com/office/drawing/2014/main" id="{D2906710-3A45-4CFC-B9BF-8308AA5282BC}"/>
              </a:ext>
            </a:extLst>
          </p:cNvPr>
          <p:cNvSpPr>
            <a:spLocks xmlns:a="http://schemas.openxmlformats.org/drawingml/2006/main" noGrp="1"/>
          </p:cNvSpPr>
          <p:nvPr/>
        </p:nvSpPr>
        <p:spPr>
          <a:xfrm xmlns:a="http://schemas.openxmlformats.org/drawingml/2006/main">
            <a:off x="933450" y="2647950"/>
            <a:ext cx="2552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4472C4"/>
                </a:solidFill>
                <a:latin typeface="Calibri"/>
                <a:ea typeface="Calibri"/>
                <a:cs typeface="Calibri"/>
              </a:defRPr>
            </a:pPr>
            <a:r>
              <a:rPr sz="2175" b="1">
                <a:solidFill>
                  <a:srgbClr val="4472C4"/>
                </a:solidFill>
                <a:latin typeface="Calibri"/>
                <a:ea typeface="Calibri"/>
                <a:cs typeface="Calibri"/>
              </a:rPr>
              <a:t>04:00–08:00</a:t>
            </a:r>
          </a:p>
        </p:txBody>
      </p:sp>
      <p:sp>
        <p:nvSpPr>
          <p:cNvPr id="9" name="">
            <a:extLst xmlns:a="http://schemas.openxmlformats.org/drawingml/2006/main">
              <a:ext uri="{FF2B5EF4-FFF2-40B4-BE49-F238E27FC236}">
                <a16:creationId xmlns:a16="http://schemas.microsoft.com/office/drawing/2014/main" id="{82157387-9B02-43AE-AB20-160398FD22C0}"/>
              </a:ext>
            </a:extLst>
          </p:cNvPr>
          <p:cNvSpPr>
            <a:spLocks xmlns:a="http://schemas.openxmlformats.org/drawingml/2006/main" noGrp="1"/>
          </p:cNvSpPr>
          <p:nvPr/>
        </p:nvSpPr>
        <p:spPr>
          <a:xfrm xmlns:a="http://schemas.openxmlformats.org/drawingml/2006/main">
            <a:off x="3733800" y="2667000"/>
            <a:ext cx="7658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0">
                <a:solidFill>
                  <a:srgbClr val="091530"/>
                </a:solidFill>
                <a:latin typeface="Calibri"/>
                <a:ea typeface="Calibri"/>
                <a:cs typeface="Calibri"/>
              </a:defRPr>
            </a:pPr>
            <a:r>
              <a:rPr sz="2100" b="0">
                <a:solidFill>
                  <a:srgbClr val="091530"/>
                </a:solidFill>
                <a:latin typeface="Calibri"/>
                <a:ea typeface="Calibri"/>
                <a:cs typeface="Calibri"/>
              </a:rPr>
              <a:t>Lo realizado y el trabajo actual</a:t>
            </a:r>
          </a:p>
        </p:txBody>
      </p:sp>
      <p:sp>
        <p:nvSpPr>
          <p:cNvPr id="10" name="">
            <a:extLst xmlns:a="http://schemas.openxmlformats.org/drawingml/2006/main">
              <a:ext uri="{FF2B5EF4-FFF2-40B4-BE49-F238E27FC236}">
                <a16:creationId xmlns:a16="http://schemas.microsoft.com/office/drawing/2014/main" id="{2BE16AC5-7C60-4926-A95B-2541F917F9D5}"/>
              </a:ext>
            </a:extLst>
          </p:cNvPr>
          <p:cNvSpPr>
            <a:spLocks xmlns:a="http://schemas.openxmlformats.org/drawingml/2006/main" noGrp="1"/>
          </p:cNvSpPr>
          <p:nvPr/>
        </p:nvSpPr>
        <p:spPr>
          <a:xfrm xmlns:a="http://schemas.openxmlformats.org/drawingml/2006/main">
            <a:off x="933450" y="3181350"/>
            <a:ext cx="2552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4472C4"/>
                </a:solidFill>
                <a:latin typeface="Calibri"/>
                <a:ea typeface="Calibri"/>
                <a:cs typeface="Calibri"/>
              </a:defRPr>
            </a:pPr>
            <a:r>
              <a:rPr sz="2175" b="1">
                <a:solidFill>
                  <a:srgbClr val="4472C4"/>
                </a:solidFill>
                <a:latin typeface="Calibri"/>
                <a:ea typeface="Calibri"/>
                <a:cs typeface="Calibri"/>
              </a:rPr>
              <a:t>08:00–19:00</a:t>
            </a:r>
          </a:p>
        </p:txBody>
      </p:sp>
      <p:sp>
        <p:nvSpPr>
          <p:cNvPr id="11" name="">
            <a:extLst xmlns:a="http://schemas.openxmlformats.org/drawingml/2006/main">
              <a:ext uri="{FF2B5EF4-FFF2-40B4-BE49-F238E27FC236}">
                <a16:creationId xmlns:a16="http://schemas.microsoft.com/office/drawing/2014/main" id="{ECEAB5B2-E212-4BBA-BEDF-9FB348F4E13A}"/>
              </a:ext>
            </a:extLst>
          </p:cNvPr>
          <p:cNvSpPr>
            <a:spLocks xmlns:a="http://schemas.openxmlformats.org/drawingml/2006/main" noGrp="1"/>
          </p:cNvSpPr>
          <p:nvPr/>
        </p:nvSpPr>
        <p:spPr>
          <a:xfrm xmlns:a="http://schemas.openxmlformats.org/drawingml/2006/main">
            <a:off x="3733800" y="3200400"/>
            <a:ext cx="7658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0">
                <a:solidFill>
                  <a:srgbClr val="091530"/>
                </a:solidFill>
                <a:latin typeface="Calibri"/>
                <a:ea typeface="Calibri"/>
                <a:cs typeface="Calibri"/>
              </a:defRPr>
            </a:pPr>
            <a:r>
              <a:rPr sz="2100" b="0">
                <a:solidFill>
                  <a:srgbClr val="091530"/>
                </a:solidFill>
                <a:latin typeface="Calibri"/>
                <a:ea typeface="Calibri"/>
                <a:cs typeface="Calibri"/>
              </a:rPr>
              <a:t>Flujos, tecnologías, arquitectura, AWS y CI/CD</a:t>
            </a:r>
          </a:p>
        </p:txBody>
      </p:sp>
      <p:sp>
        <p:nvSpPr>
          <p:cNvPr id="12" name="">
            <a:extLst xmlns:a="http://schemas.openxmlformats.org/drawingml/2006/main">
              <a:ext uri="{FF2B5EF4-FFF2-40B4-BE49-F238E27FC236}">
                <a16:creationId xmlns:a16="http://schemas.microsoft.com/office/drawing/2014/main" id="{3FC91E44-FBB9-4B86-A11D-59097CD7C8A5}"/>
              </a:ext>
            </a:extLst>
          </p:cNvPr>
          <p:cNvSpPr>
            <a:spLocks xmlns:a="http://schemas.openxmlformats.org/drawingml/2006/main" noGrp="1"/>
          </p:cNvSpPr>
          <p:nvPr/>
        </p:nvSpPr>
        <p:spPr>
          <a:xfrm xmlns:a="http://schemas.openxmlformats.org/drawingml/2006/main">
            <a:off x="933450" y="3714750"/>
            <a:ext cx="2552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4472C4"/>
                </a:solidFill>
                <a:latin typeface="Calibri"/>
                <a:ea typeface="Calibri"/>
                <a:cs typeface="Calibri"/>
              </a:defRPr>
            </a:pPr>
            <a:r>
              <a:rPr sz="2175" b="1">
                <a:solidFill>
                  <a:srgbClr val="4472C4"/>
                </a:solidFill>
                <a:latin typeface="Calibri"/>
                <a:ea typeface="Calibri"/>
                <a:cs typeface="Calibri"/>
              </a:rPr>
              <a:t>19:00–21:00</a:t>
            </a:r>
          </a:p>
        </p:txBody>
      </p:sp>
      <p:sp>
        <p:nvSpPr>
          <p:cNvPr id="13" name="">
            <a:extLst xmlns:a="http://schemas.openxmlformats.org/drawingml/2006/main">
              <a:ext uri="{FF2B5EF4-FFF2-40B4-BE49-F238E27FC236}">
                <a16:creationId xmlns:a16="http://schemas.microsoft.com/office/drawing/2014/main" id="{E83A3888-DC00-4477-89B5-E97861EAEC96}"/>
              </a:ext>
            </a:extLst>
          </p:cNvPr>
          <p:cNvSpPr>
            <a:spLocks xmlns:a="http://schemas.openxmlformats.org/drawingml/2006/main" noGrp="1"/>
          </p:cNvSpPr>
          <p:nvPr/>
        </p:nvSpPr>
        <p:spPr>
          <a:xfrm xmlns:a="http://schemas.openxmlformats.org/drawingml/2006/main">
            <a:off x="3733800" y="3733800"/>
            <a:ext cx="7658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0">
                <a:solidFill>
                  <a:srgbClr val="091530"/>
                </a:solidFill>
                <a:latin typeface="Calibri"/>
                <a:ea typeface="Calibri"/>
                <a:cs typeface="Calibri"/>
              </a:defRPr>
            </a:pPr>
            <a:r>
              <a:rPr sz="2100" b="0">
                <a:solidFill>
                  <a:srgbClr val="091530"/>
                </a:solidFill>
                <a:latin typeface="Calibri"/>
                <a:ea typeface="Calibri"/>
                <a:cs typeface="Calibri"/>
              </a:rPr>
              <a:t>Pendiente funcional: integración ERP</a:t>
            </a:r>
          </a:p>
        </p:txBody>
      </p:sp>
      <p:sp>
        <p:nvSpPr>
          <p:cNvPr id="14" name="">
            <a:extLst xmlns:a="http://schemas.openxmlformats.org/drawingml/2006/main">
              <a:ext uri="{FF2B5EF4-FFF2-40B4-BE49-F238E27FC236}">
                <a16:creationId xmlns:a16="http://schemas.microsoft.com/office/drawing/2014/main" id="{EB0E01A0-1C33-40AA-BCFC-8FD75C0020B4}"/>
              </a:ext>
            </a:extLst>
          </p:cNvPr>
          <p:cNvSpPr>
            <a:spLocks xmlns:a="http://schemas.openxmlformats.org/drawingml/2006/main" noGrp="1"/>
          </p:cNvSpPr>
          <p:nvPr/>
        </p:nvSpPr>
        <p:spPr>
          <a:xfrm xmlns:a="http://schemas.openxmlformats.org/drawingml/2006/main">
            <a:off x="933450" y="4248150"/>
            <a:ext cx="2552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4472C4"/>
                </a:solidFill>
                <a:latin typeface="Calibri"/>
                <a:ea typeface="Calibri"/>
                <a:cs typeface="Calibri"/>
              </a:defRPr>
            </a:pPr>
            <a:r>
              <a:rPr sz="2175" b="1">
                <a:solidFill>
                  <a:srgbClr val="4472C4"/>
                </a:solidFill>
                <a:latin typeface="Calibri"/>
                <a:ea typeface="Calibri"/>
                <a:cs typeface="Calibri"/>
              </a:rPr>
              <a:t>21:00–29:00</a:t>
            </a:r>
          </a:p>
        </p:txBody>
      </p:sp>
      <p:sp>
        <p:nvSpPr>
          <p:cNvPr id="15" name="">
            <a:extLst xmlns:a="http://schemas.openxmlformats.org/drawingml/2006/main">
              <a:ext uri="{FF2B5EF4-FFF2-40B4-BE49-F238E27FC236}">
                <a16:creationId xmlns:a16="http://schemas.microsoft.com/office/drawing/2014/main" id="{5CDF2334-647C-434F-BE47-631B753E7AA7}"/>
              </a:ext>
            </a:extLst>
          </p:cNvPr>
          <p:cNvSpPr>
            <a:spLocks xmlns:a="http://schemas.openxmlformats.org/drawingml/2006/main" noGrp="1"/>
          </p:cNvSpPr>
          <p:nvPr/>
        </p:nvSpPr>
        <p:spPr>
          <a:xfrm xmlns:a="http://schemas.openxmlformats.org/drawingml/2006/main">
            <a:off x="3733800" y="4267200"/>
            <a:ext cx="7658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0">
                <a:solidFill>
                  <a:srgbClr val="091530"/>
                </a:solidFill>
                <a:latin typeface="Calibri"/>
                <a:ea typeface="Calibri"/>
                <a:cs typeface="Calibri"/>
              </a:defRPr>
            </a:pPr>
            <a:r>
              <a:rPr sz="2100" b="0">
                <a:solidFill>
                  <a:srgbClr val="091530"/>
                </a:solidFill>
                <a:latin typeface="Calibri"/>
                <a:ea typeface="Calibri"/>
                <a:cs typeface="Calibri"/>
              </a:rPr>
              <a:t>Demostración en vivo</a:t>
            </a:r>
          </a:p>
        </p:txBody>
      </p:sp>
      <p:sp>
        <p:nvSpPr>
          <p:cNvPr id="16" name="">
            <a:extLst xmlns:a="http://schemas.openxmlformats.org/drawingml/2006/main">
              <a:ext uri="{FF2B5EF4-FFF2-40B4-BE49-F238E27FC236}">
                <a16:creationId xmlns:a16="http://schemas.microsoft.com/office/drawing/2014/main" id="{EA143B74-2045-4CAA-9EE1-7129015949C3}"/>
              </a:ext>
            </a:extLst>
          </p:cNvPr>
          <p:cNvSpPr>
            <a:spLocks xmlns:a="http://schemas.openxmlformats.org/drawingml/2006/main" noGrp="1"/>
          </p:cNvSpPr>
          <p:nvPr/>
        </p:nvSpPr>
        <p:spPr>
          <a:xfrm xmlns:a="http://schemas.openxmlformats.org/drawingml/2006/main">
            <a:off x="933450" y="4781550"/>
            <a:ext cx="2552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4472C4"/>
                </a:solidFill>
                <a:latin typeface="Calibri"/>
                <a:ea typeface="Calibri"/>
                <a:cs typeface="Calibri"/>
              </a:defRPr>
            </a:pPr>
            <a:r>
              <a:rPr sz="2175" b="1">
                <a:solidFill>
                  <a:srgbClr val="4472C4"/>
                </a:solidFill>
                <a:latin typeface="Calibri"/>
                <a:ea typeface="Calibri"/>
                <a:cs typeface="Calibri"/>
              </a:rPr>
              <a:t>29:00–30:00</a:t>
            </a:r>
          </a:p>
        </p:txBody>
      </p:sp>
      <p:sp>
        <p:nvSpPr>
          <p:cNvPr id="17" name="">
            <a:extLst xmlns:a="http://schemas.openxmlformats.org/drawingml/2006/main">
              <a:ext uri="{FF2B5EF4-FFF2-40B4-BE49-F238E27FC236}">
                <a16:creationId xmlns:a16="http://schemas.microsoft.com/office/drawing/2014/main" id="{36F7CC0B-8E49-4A5C-A84B-B990EC7A2D24}"/>
              </a:ext>
            </a:extLst>
          </p:cNvPr>
          <p:cNvSpPr>
            <a:spLocks xmlns:a="http://schemas.openxmlformats.org/drawingml/2006/main" noGrp="1"/>
          </p:cNvSpPr>
          <p:nvPr/>
        </p:nvSpPr>
        <p:spPr>
          <a:xfrm xmlns:a="http://schemas.openxmlformats.org/drawingml/2006/main">
            <a:off x="3733800" y="4800600"/>
            <a:ext cx="7658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0">
                <a:solidFill>
                  <a:srgbClr val="091530"/>
                </a:solidFill>
                <a:latin typeface="Calibri"/>
                <a:ea typeface="Calibri"/>
                <a:cs typeface="Calibri"/>
              </a:defRPr>
            </a:pPr>
            <a:r>
              <a:rPr sz="2100" b="0">
                <a:solidFill>
                  <a:srgbClr val="091530"/>
                </a:solidFill>
                <a:latin typeface="Calibri"/>
                <a:ea typeface="Calibri"/>
                <a:cs typeface="Calibri"/>
              </a:rPr>
              <a:t>Cierre de la presentación</a:t>
            </a:r>
          </a:p>
        </p:txBody>
      </p:sp>
      <p:sp>
        <p:nvSpPr>
          <p:cNvPr id="18" name="">
            <a:extLst xmlns:a="http://schemas.openxmlformats.org/drawingml/2006/main">
              <a:ext uri="{FF2B5EF4-FFF2-40B4-BE49-F238E27FC236}">
                <a16:creationId xmlns:a16="http://schemas.microsoft.com/office/drawing/2014/main" id="{D3A88977-EC2A-4F2F-895A-FB206D1EC7FE}"/>
              </a:ext>
            </a:extLst>
          </p:cNvPr>
          <p:cNvSpPr>
            <a:spLocks xmlns:a="http://schemas.openxmlformats.org/drawingml/2006/main" noGrp="1"/>
          </p:cNvSpPr>
          <p:nvPr/>
        </p:nvSpPr>
        <p:spPr>
          <a:xfrm xmlns:a="http://schemas.openxmlformats.org/drawingml/2006/main">
            <a:off x="828675" y="5924550"/>
            <a:ext cx="51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5A6478"/>
                </a:solidFill>
                <a:latin typeface="Calibri"/>
                <a:ea typeface="Calibri"/>
                <a:cs typeface="Calibri"/>
              </a:defRPr>
            </a:pPr>
            <a:r>
              <a:rPr sz="1425" b="0">
                <a:solidFill>
                  <a:srgbClr val="5A6478"/>
                </a:solidFill>
                <a:latin typeface="Calibri"/>
                <a:ea typeface="Calibri"/>
                <a:cs typeface="Calibri"/>
              </a:rPr>
              <a:t>02</a:t>
            </a:r>
          </a:p>
        </p:txBody>
      </p:sp>
    </p:spTree>
    <p:extLst>
      <p:ext uri="{BB962C8B-B14F-4D97-AF65-F5344CB8AC3E}">
        <p14:creationId xmlns:p14="http://schemas.microsoft.com/office/powerpoint/2010/main" val="187013649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14" name="Imagen 4"/>
          <p:cNvPicPr>
            <a:picLocks xmlns:a="http://schemas.openxmlformats.org/drawingml/2006/main" noChangeAspect="1"/>
          </p:cNvPicPr>
          <p:nvPr/>
        </p:nvPicPr>
        <p:blipFill>
          <a:blip xmlns:r="http://schemas.openxmlformats.org/officeDocument/2006/relationships" xmlns:a="http://schemas.openxmlformats.org/drawingml/2006/main" r:embed="R5c353052773e4dba"/>
          <a:srcRect xmlns:a="http://schemas.openxmlformats.org/drawingml/2006/main" l="0" t="0" r="0" b="0"/>
          <a:stretch xmlns:a="http://schemas.openxmlformats.org/drawingml/2006/main"/>
        </p:blipFill>
        <p:spPr>
          <a:xfrm xmlns:a="http://schemas.openxmlformats.org/drawingml/2006/main">
            <a:off x="2" y="0"/>
            <a:ext cx="12213601" cy="6857999"/>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DD19A96-86CF-4933-92B3-CC03353A0CAC}"/>
              </a:ext>
            </a:extLst>
          </p:cNvPr>
          <p:cNvSpPr>
            <a:spLocks xmlns:a="http://schemas.openxmlformats.org/drawingml/2006/main" noGrp="1"/>
          </p:cNvSpPr>
          <p:nvPr/>
        </p:nvSpPr>
        <p:spPr>
          <a:xfrm xmlns:a="http://schemas.openxmlformats.org/drawingml/2006/main">
            <a:off x="2571750" y="666750"/>
            <a:ext cx="857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225" b="1">
                <a:solidFill>
                  <a:srgbClr val="091530"/>
                </a:solidFill>
                <a:latin typeface="Calibri"/>
                <a:ea typeface="Calibri"/>
                <a:cs typeface="Calibri"/>
              </a:defRPr>
            </a:pPr>
            <a:r>
              <a:rPr sz="3225" b="1">
                <a:solidFill>
                  <a:srgbClr val="091530"/>
                </a:solidFill>
                <a:latin typeface="Calibri"/>
                <a:ea typeface="Calibri"/>
                <a:cs typeface="Calibri"/>
              </a:rPr>
              <a:t>El problema que resuelve</a:t>
            </a:r>
          </a:p>
        </p:txBody>
      </p:sp>
      <p:sp>
        <p:nvSpPr>
          <p:cNvPr id="5" name="">
            <a:extLst xmlns:a="http://schemas.openxmlformats.org/drawingml/2006/main">
              <a:ext uri="{FF2B5EF4-FFF2-40B4-BE49-F238E27FC236}">
                <a16:creationId xmlns:a16="http://schemas.microsoft.com/office/drawing/2014/main" id="{0C22704C-D202-47D6-B1F7-4F61739C4734}"/>
              </a:ext>
            </a:extLst>
          </p:cNvPr>
          <p:cNvSpPr>
            <a:spLocks xmlns:a="http://schemas.openxmlformats.org/drawingml/2006/main" noGrp="1"/>
          </p:cNvSpPr>
          <p:nvPr/>
        </p:nvSpPr>
        <p:spPr>
          <a:xfrm xmlns:a="http://schemas.openxmlformats.org/drawingml/2006/main">
            <a:off x="2609850" y="1504950"/>
            <a:ext cx="8382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5A6478"/>
                </a:solidFill>
                <a:latin typeface="Calibri"/>
                <a:ea typeface="Calibri"/>
                <a:cs typeface="Calibri"/>
              </a:defRPr>
            </a:pPr>
            <a:r>
              <a:rPr sz="1650" b="0">
                <a:solidFill>
                  <a:srgbClr val="5A6478"/>
                </a:solidFill>
                <a:latin typeface="Calibri"/>
                <a:ea typeface="Calibri"/>
                <a:cs typeface="Calibri"/>
              </a:rPr>
              <a:t>Información conectada para seguir la operación de cada granja</a:t>
            </a:r>
          </a:p>
        </p:txBody>
      </p:sp>
      <p:sp>
        <p:nvSpPr>
          <p:cNvPr id="6" name="">
            <a:extLst xmlns:a="http://schemas.openxmlformats.org/drawingml/2006/main">
              <a:ext uri="{FF2B5EF4-FFF2-40B4-BE49-F238E27FC236}">
                <a16:creationId xmlns:a16="http://schemas.microsoft.com/office/drawing/2014/main" id="{5D8F27A5-F3CB-4125-A62B-9638EEED22E1}"/>
              </a:ext>
            </a:extLst>
          </p:cNvPr>
          <p:cNvSpPr>
            <a:spLocks xmlns:a="http://schemas.openxmlformats.org/drawingml/2006/main" noGrp="1"/>
          </p:cNvSpPr>
          <p:nvPr/>
        </p:nvSpPr>
        <p:spPr>
          <a:xfrm xmlns:a="http://schemas.openxmlformats.org/drawingml/2006/main">
            <a:off x="952500" y="2143125"/>
            <a:ext cx="10191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1">
                <a:solidFill>
                  <a:srgbClr val="4472C4"/>
                </a:solidFill>
                <a:latin typeface="Calibri"/>
                <a:ea typeface="Calibri"/>
                <a:cs typeface="Calibri"/>
              </a:defRPr>
            </a:pPr>
            <a:r>
              <a:rPr sz="2325" b="1">
                <a:solidFill>
                  <a:srgbClr val="4472C4"/>
                </a:solidFill>
                <a:latin typeface="Calibri"/>
                <a:ea typeface="Calibri"/>
                <a:cs typeface="Calibri"/>
              </a:rPr>
              <a:t>Alimento y existencias</a:t>
            </a:r>
          </a:p>
        </p:txBody>
      </p:sp>
      <p:sp>
        <p:nvSpPr>
          <p:cNvPr id="7" name="">
            <a:extLst xmlns:a="http://schemas.openxmlformats.org/drawingml/2006/main">
              <a:ext uri="{FF2B5EF4-FFF2-40B4-BE49-F238E27FC236}">
                <a16:creationId xmlns:a16="http://schemas.microsoft.com/office/drawing/2014/main" id="{08534BBE-D0E5-48ED-BBC6-BCC7D69E2A13}"/>
              </a:ext>
            </a:extLst>
          </p:cNvPr>
          <p:cNvSpPr>
            <a:spLocks xmlns:a="http://schemas.openxmlformats.org/drawingml/2006/main" noGrp="1"/>
          </p:cNvSpPr>
          <p:nvPr/>
        </p:nvSpPr>
        <p:spPr>
          <a:xfrm xmlns:a="http://schemas.openxmlformats.org/drawingml/2006/main">
            <a:off x="952500" y="2552700"/>
            <a:ext cx="10191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5A6478"/>
                </a:solidFill>
                <a:latin typeface="Calibri"/>
                <a:ea typeface="Calibri"/>
                <a:cs typeface="Calibri"/>
              </a:defRPr>
            </a:pPr>
            <a:r>
              <a:rPr sz="2025" b="0">
                <a:solidFill>
                  <a:srgbClr val="5A6478"/>
                </a:solidFill>
                <a:latin typeface="Calibri"/>
                <a:ea typeface="Calibri"/>
                <a:cs typeface="Calibri"/>
              </a:rPr>
              <a:t>Relacionar lo que ingresa con lo que consume cada lote.</a:t>
            </a:r>
          </a:p>
        </p:txBody>
      </p:sp>
      <p:sp>
        <p:nvSpPr>
          <p:cNvPr id="8" name="">
            <a:extLst xmlns:a="http://schemas.openxmlformats.org/drawingml/2006/main">
              <a:ext uri="{FF2B5EF4-FFF2-40B4-BE49-F238E27FC236}">
                <a16:creationId xmlns:a16="http://schemas.microsoft.com/office/drawing/2014/main" id="{9DBF32F2-CA82-41B3-B428-78FD592311CD}"/>
              </a:ext>
            </a:extLst>
          </p:cNvPr>
          <p:cNvSpPr>
            <a:spLocks xmlns:a="http://schemas.openxmlformats.org/drawingml/2006/main" noGrp="1"/>
          </p:cNvSpPr>
          <p:nvPr/>
        </p:nvSpPr>
        <p:spPr>
          <a:xfrm xmlns:a="http://schemas.openxmlformats.org/drawingml/2006/main">
            <a:off x="952500" y="3133725"/>
            <a:ext cx="10191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1">
                <a:solidFill>
                  <a:srgbClr val="4472C4"/>
                </a:solidFill>
                <a:latin typeface="Calibri"/>
                <a:ea typeface="Calibri"/>
                <a:cs typeface="Calibri"/>
              </a:defRPr>
            </a:pPr>
            <a:r>
              <a:rPr sz="2325" b="1">
                <a:solidFill>
                  <a:srgbClr val="4472C4"/>
                </a:solidFill>
                <a:latin typeface="Calibri"/>
                <a:ea typeface="Calibri"/>
                <a:cs typeface="Calibri"/>
              </a:rPr>
              <a:t>Aves y novedades</a:t>
            </a:r>
          </a:p>
        </p:txBody>
      </p:sp>
      <p:sp>
        <p:nvSpPr>
          <p:cNvPr id="9" name="">
            <a:extLst xmlns:a="http://schemas.openxmlformats.org/drawingml/2006/main">
              <a:ext uri="{FF2B5EF4-FFF2-40B4-BE49-F238E27FC236}">
                <a16:creationId xmlns:a16="http://schemas.microsoft.com/office/drawing/2014/main" id="{DA90EA16-1EAD-466E-A0DE-1083B687709C}"/>
              </a:ext>
            </a:extLst>
          </p:cNvPr>
          <p:cNvSpPr>
            <a:spLocks xmlns:a="http://schemas.openxmlformats.org/drawingml/2006/main" noGrp="1"/>
          </p:cNvSpPr>
          <p:nvPr/>
        </p:nvSpPr>
        <p:spPr>
          <a:xfrm xmlns:a="http://schemas.openxmlformats.org/drawingml/2006/main">
            <a:off x="952500" y="3543300"/>
            <a:ext cx="10191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5A6478"/>
                </a:solidFill>
                <a:latin typeface="Calibri"/>
                <a:ea typeface="Calibri"/>
                <a:cs typeface="Calibri"/>
              </a:defRPr>
            </a:pPr>
            <a:r>
              <a:rPr sz="2025" b="0">
                <a:solidFill>
                  <a:srgbClr val="5A6478"/>
                </a:solidFill>
                <a:latin typeface="Calibri"/>
                <a:ea typeface="Calibri"/>
                <a:cs typeface="Calibri"/>
              </a:rPr>
              <a:t>Seguir pesajes, mortalidad y movimientos en su contexto.</a:t>
            </a:r>
          </a:p>
        </p:txBody>
      </p:sp>
      <p:sp>
        <p:nvSpPr>
          <p:cNvPr id="10" name="">
            <a:extLst xmlns:a="http://schemas.openxmlformats.org/drawingml/2006/main">
              <a:ext uri="{FF2B5EF4-FFF2-40B4-BE49-F238E27FC236}">
                <a16:creationId xmlns:a16="http://schemas.microsoft.com/office/drawing/2014/main" id="{65F8F802-FC7C-4332-908C-1731429D05F8}"/>
              </a:ext>
            </a:extLst>
          </p:cNvPr>
          <p:cNvSpPr>
            <a:spLocks xmlns:a="http://schemas.openxmlformats.org/drawingml/2006/main" noGrp="1"/>
          </p:cNvSpPr>
          <p:nvPr/>
        </p:nvSpPr>
        <p:spPr>
          <a:xfrm xmlns:a="http://schemas.openxmlformats.org/drawingml/2006/main">
            <a:off x="952500" y="4124325"/>
            <a:ext cx="10191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1">
                <a:solidFill>
                  <a:srgbClr val="4472C4"/>
                </a:solidFill>
                <a:latin typeface="Calibri"/>
                <a:ea typeface="Calibri"/>
                <a:cs typeface="Calibri"/>
              </a:defRPr>
            </a:pPr>
            <a:r>
              <a:rPr sz="2325" b="1">
                <a:solidFill>
                  <a:srgbClr val="4472C4"/>
                </a:solidFill>
                <a:latin typeface="Calibri"/>
                <a:ea typeface="Calibri"/>
                <a:cs typeface="Calibri"/>
              </a:rPr>
              <a:t>Producción de huevos</a:t>
            </a:r>
          </a:p>
        </p:txBody>
      </p:sp>
      <p:sp>
        <p:nvSpPr>
          <p:cNvPr id="11" name="">
            <a:extLst xmlns:a="http://schemas.openxmlformats.org/drawingml/2006/main">
              <a:ext uri="{FF2B5EF4-FFF2-40B4-BE49-F238E27FC236}">
                <a16:creationId xmlns:a16="http://schemas.microsoft.com/office/drawing/2014/main" id="{4CCC27D2-8BC8-4E9E-9853-30C464344193}"/>
              </a:ext>
            </a:extLst>
          </p:cNvPr>
          <p:cNvSpPr>
            <a:spLocks xmlns:a="http://schemas.openxmlformats.org/drawingml/2006/main" noGrp="1"/>
          </p:cNvSpPr>
          <p:nvPr/>
        </p:nvSpPr>
        <p:spPr>
          <a:xfrm xmlns:a="http://schemas.openxmlformats.org/drawingml/2006/main">
            <a:off x="952500" y="4533900"/>
            <a:ext cx="10191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5A6478"/>
                </a:solidFill>
                <a:latin typeface="Calibri"/>
                <a:ea typeface="Calibri"/>
                <a:cs typeface="Calibri"/>
              </a:defRPr>
            </a:pPr>
            <a:r>
              <a:rPr sz="2025" b="0">
                <a:solidFill>
                  <a:srgbClr val="5A6478"/>
                </a:solidFill>
                <a:latin typeface="Calibri"/>
                <a:ea typeface="Calibri"/>
                <a:cs typeface="Calibri"/>
              </a:rPr>
              <a:t>Consultar cantidades, clasificación y trazabilidad.</a:t>
            </a:r>
          </a:p>
        </p:txBody>
      </p:sp>
      <p:sp>
        <p:nvSpPr>
          <p:cNvPr id="12" name="">
            <a:extLst xmlns:a="http://schemas.openxmlformats.org/drawingml/2006/main">
              <a:ext uri="{FF2B5EF4-FFF2-40B4-BE49-F238E27FC236}">
                <a16:creationId xmlns:a16="http://schemas.microsoft.com/office/drawing/2014/main" id="{D061EDB5-2F4B-4B99-AC42-41265B7FBD0E}"/>
              </a:ext>
            </a:extLst>
          </p:cNvPr>
          <p:cNvSpPr>
            <a:spLocks xmlns:a="http://schemas.openxmlformats.org/drawingml/2006/main" noGrp="1"/>
          </p:cNvSpPr>
          <p:nvPr/>
        </p:nvSpPr>
        <p:spPr>
          <a:xfrm xmlns:a="http://schemas.openxmlformats.org/drawingml/2006/main">
            <a:off x="962025" y="5353050"/>
            <a:ext cx="9525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091530"/>
                </a:solidFill>
                <a:latin typeface="Calibri"/>
                <a:ea typeface="Calibri"/>
                <a:cs typeface="Calibri"/>
              </a:defRPr>
            </a:pPr>
            <a:r>
              <a:rPr sz="2025" b="1">
                <a:solidFill>
                  <a:srgbClr val="091530"/>
                </a:solidFill>
                <a:latin typeface="Calibri"/>
                <a:ea typeface="Calibri"/>
                <a:cs typeface="Calibri"/>
              </a:rPr>
              <a:t>La captura dispersa y la consolidación tardía dificultan el seguimiento.</a:t>
            </a:r>
          </a:p>
        </p:txBody>
      </p:sp>
      <p:sp>
        <p:nvSpPr>
          <p:cNvPr id="13" name="">
            <a:extLst xmlns:a="http://schemas.openxmlformats.org/drawingml/2006/main">
              <a:ext uri="{FF2B5EF4-FFF2-40B4-BE49-F238E27FC236}">
                <a16:creationId xmlns:a16="http://schemas.microsoft.com/office/drawing/2014/main" id="{AD946974-C6AE-4D81-9640-5A898A64926E}"/>
              </a:ext>
            </a:extLst>
          </p:cNvPr>
          <p:cNvSpPr>
            <a:spLocks xmlns:a="http://schemas.openxmlformats.org/drawingml/2006/main" noGrp="1"/>
          </p:cNvSpPr>
          <p:nvPr/>
        </p:nvSpPr>
        <p:spPr>
          <a:xfrm xmlns:a="http://schemas.openxmlformats.org/drawingml/2006/main">
            <a:off x="828675" y="5924550"/>
            <a:ext cx="51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5A6478"/>
                </a:solidFill>
                <a:latin typeface="Calibri"/>
                <a:ea typeface="Calibri"/>
                <a:cs typeface="Calibri"/>
              </a:defRPr>
            </a:pPr>
            <a:r>
              <a:rPr sz="1425" b="0">
                <a:solidFill>
                  <a:srgbClr val="5A6478"/>
                </a:solidFill>
                <a:latin typeface="Calibri"/>
                <a:ea typeface="Calibri"/>
                <a:cs typeface="Calibri"/>
              </a:rPr>
              <a:t>03</a:t>
            </a:r>
          </a:p>
        </p:txBody>
      </p:sp>
    </p:spTree>
    <p:extLst>
      <p:ext uri="{BB962C8B-B14F-4D97-AF65-F5344CB8AC3E}">
        <p14:creationId xmlns:p14="http://schemas.microsoft.com/office/powerpoint/2010/main" val="187013649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14" name="Imagen 4"/>
          <p:cNvPicPr>
            <a:picLocks xmlns:a="http://schemas.openxmlformats.org/drawingml/2006/main" noChangeAspect="1"/>
          </p:cNvPicPr>
          <p:nvPr/>
        </p:nvPicPr>
        <p:blipFill>
          <a:blip xmlns:r="http://schemas.openxmlformats.org/officeDocument/2006/relationships" xmlns:a="http://schemas.openxmlformats.org/drawingml/2006/main" r:embed="R718e034c6dd64571"/>
          <a:srcRect xmlns:a="http://schemas.openxmlformats.org/drawingml/2006/main" l="0" t="0" r="0" b="0"/>
          <a:stretch xmlns:a="http://schemas.openxmlformats.org/drawingml/2006/main"/>
        </p:blipFill>
        <p:spPr>
          <a:xfrm xmlns:a="http://schemas.openxmlformats.org/drawingml/2006/main">
            <a:off x="2" y="0"/>
            <a:ext cx="12213601" cy="6857999"/>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EF0A6EB-2750-403A-94EE-36C7E9DE8AD9}"/>
              </a:ext>
            </a:extLst>
          </p:cNvPr>
          <p:cNvSpPr>
            <a:spLocks xmlns:a="http://schemas.openxmlformats.org/drawingml/2006/main" noGrp="1"/>
          </p:cNvSpPr>
          <p:nvPr/>
        </p:nvSpPr>
        <p:spPr>
          <a:xfrm xmlns:a="http://schemas.openxmlformats.org/drawingml/2006/main">
            <a:off x="2571750" y="666750"/>
            <a:ext cx="857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225" b="1">
                <a:solidFill>
                  <a:srgbClr val="091530"/>
                </a:solidFill>
                <a:latin typeface="Calibri"/>
                <a:ea typeface="Calibri"/>
                <a:cs typeface="Calibri"/>
              </a:defRPr>
            </a:pPr>
            <a:r>
              <a:rPr sz="3225" b="1">
                <a:solidFill>
                  <a:srgbClr val="091530"/>
                </a:solidFill>
                <a:latin typeface="Calibri"/>
                <a:ea typeface="Calibri"/>
                <a:cs typeface="Calibri"/>
              </a:rPr>
              <a:t>Objetivo y alcance</a:t>
            </a:r>
          </a:p>
        </p:txBody>
      </p:sp>
      <p:sp>
        <p:nvSpPr>
          <p:cNvPr id="5" name="">
            <a:extLst xmlns:a="http://schemas.openxmlformats.org/drawingml/2006/main">
              <a:ext uri="{FF2B5EF4-FFF2-40B4-BE49-F238E27FC236}">
                <a16:creationId xmlns:a16="http://schemas.microsoft.com/office/drawing/2014/main" id="{2A401BFD-4AB0-4DA2-8C74-CE0CF30DD27C}"/>
              </a:ext>
            </a:extLst>
          </p:cNvPr>
          <p:cNvSpPr>
            <a:spLocks xmlns:a="http://schemas.openxmlformats.org/drawingml/2006/main" noGrp="1"/>
          </p:cNvSpPr>
          <p:nvPr/>
        </p:nvSpPr>
        <p:spPr>
          <a:xfrm xmlns:a="http://schemas.openxmlformats.org/drawingml/2006/main">
            <a:off x="2609850" y="1504950"/>
            <a:ext cx="8382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5A6478"/>
                </a:solidFill>
                <a:latin typeface="Calibri"/>
                <a:ea typeface="Calibri"/>
                <a:cs typeface="Calibri"/>
              </a:defRPr>
            </a:pPr>
            <a:r>
              <a:rPr sz="1650" b="0">
                <a:solidFill>
                  <a:srgbClr val="5A6478"/>
                </a:solidFill>
                <a:latin typeface="Calibri"/>
                <a:ea typeface="Calibri"/>
                <a:cs typeface="Calibri"/>
              </a:rPr>
              <a:t>Centralizar los registros de campo y convertirlos en información útil</a:t>
            </a:r>
          </a:p>
        </p:txBody>
      </p:sp>
      <p:sp>
        <p:nvSpPr>
          <p:cNvPr id="6" name="">
            <a:extLst xmlns:a="http://schemas.openxmlformats.org/drawingml/2006/main">
              <a:ext uri="{FF2B5EF4-FFF2-40B4-BE49-F238E27FC236}">
                <a16:creationId xmlns:a16="http://schemas.microsoft.com/office/drawing/2014/main" id="{B0BA87F2-61A2-4938-91FD-46FD87A28074}"/>
              </a:ext>
            </a:extLst>
          </p:cNvPr>
          <p:cNvSpPr>
            <a:spLocks xmlns:a="http://schemas.openxmlformats.org/drawingml/2006/main" noGrp="1"/>
          </p:cNvSpPr>
          <p:nvPr/>
        </p:nvSpPr>
        <p:spPr>
          <a:xfrm xmlns:a="http://schemas.openxmlformats.org/drawingml/2006/main">
            <a:off x="962025" y="2209800"/>
            <a:ext cx="10096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1">
                <a:solidFill>
                  <a:srgbClr val="4472C4"/>
                </a:solidFill>
                <a:latin typeface="Calibri"/>
                <a:ea typeface="Calibri"/>
                <a:cs typeface="Calibri"/>
              </a:defRPr>
            </a:pPr>
            <a:r>
              <a:rPr sz="2325" b="1">
                <a:solidFill>
                  <a:srgbClr val="4472C4"/>
                </a:solidFill>
                <a:latin typeface="Calibri"/>
                <a:ea typeface="Calibri"/>
                <a:cs typeface="Calibri"/>
              </a:rPr>
              <a:t>Organización</a:t>
            </a:r>
          </a:p>
        </p:txBody>
      </p:sp>
      <p:sp>
        <p:nvSpPr>
          <p:cNvPr id="7" name="">
            <a:extLst xmlns:a="http://schemas.openxmlformats.org/drawingml/2006/main">
              <a:ext uri="{FF2B5EF4-FFF2-40B4-BE49-F238E27FC236}">
                <a16:creationId xmlns:a16="http://schemas.microsoft.com/office/drawing/2014/main" id="{6F3ED2BE-D695-4E08-8251-470F8216909E}"/>
              </a:ext>
            </a:extLst>
          </p:cNvPr>
          <p:cNvSpPr>
            <a:spLocks xmlns:a="http://schemas.openxmlformats.org/drawingml/2006/main" noGrp="1"/>
          </p:cNvSpPr>
          <p:nvPr/>
        </p:nvSpPr>
        <p:spPr>
          <a:xfrm xmlns:a="http://schemas.openxmlformats.org/drawingml/2006/main">
            <a:off x="962025" y="2619375"/>
            <a:ext cx="10096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5A6478"/>
                </a:solidFill>
                <a:latin typeface="Calibri"/>
                <a:ea typeface="Calibri"/>
                <a:cs typeface="Calibri"/>
              </a:defRPr>
            </a:pPr>
            <a:r>
              <a:rPr sz="2025" b="0">
                <a:solidFill>
                  <a:srgbClr val="5A6478"/>
                </a:solidFill>
                <a:latin typeface="Calibri"/>
                <a:ea typeface="Calibri"/>
                <a:cs typeface="Calibri"/>
              </a:rPr>
              <a:t>Empresas, granjas, núcleos, galpones y lotes.</a:t>
            </a:r>
          </a:p>
        </p:txBody>
      </p:sp>
      <p:sp>
        <p:nvSpPr>
          <p:cNvPr id="8" name="">
            <a:extLst xmlns:a="http://schemas.openxmlformats.org/drawingml/2006/main">
              <a:ext uri="{FF2B5EF4-FFF2-40B4-BE49-F238E27FC236}">
                <a16:creationId xmlns:a16="http://schemas.microsoft.com/office/drawing/2014/main" id="{69705474-D676-420C-8DCE-B37975C2BE67}"/>
              </a:ext>
            </a:extLst>
          </p:cNvPr>
          <p:cNvSpPr>
            <a:spLocks xmlns:a="http://schemas.openxmlformats.org/drawingml/2006/main" noGrp="1"/>
          </p:cNvSpPr>
          <p:nvPr/>
        </p:nvSpPr>
        <p:spPr>
          <a:xfrm xmlns:a="http://schemas.openxmlformats.org/drawingml/2006/main">
            <a:off x="962025" y="3219450"/>
            <a:ext cx="10096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1">
                <a:solidFill>
                  <a:srgbClr val="4472C4"/>
                </a:solidFill>
                <a:latin typeface="Calibri"/>
                <a:ea typeface="Calibri"/>
                <a:cs typeface="Calibri"/>
              </a:defRPr>
            </a:pPr>
            <a:r>
              <a:rPr sz="2325" b="1">
                <a:solidFill>
                  <a:srgbClr val="4472C4"/>
                </a:solidFill>
                <a:latin typeface="Calibri"/>
                <a:ea typeface="Calibri"/>
                <a:cs typeface="Calibri"/>
              </a:rPr>
              <a:t>Operación</a:t>
            </a:r>
          </a:p>
        </p:txBody>
      </p:sp>
      <p:sp>
        <p:nvSpPr>
          <p:cNvPr id="9" name="">
            <a:extLst xmlns:a="http://schemas.openxmlformats.org/drawingml/2006/main">
              <a:ext uri="{FF2B5EF4-FFF2-40B4-BE49-F238E27FC236}">
                <a16:creationId xmlns:a16="http://schemas.microsoft.com/office/drawing/2014/main" id="{231A080D-0AC0-4D22-BA1B-F4FB594A39D4}"/>
              </a:ext>
            </a:extLst>
          </p:cNvPr>
          <p:cNvSpPr>
            <a:spLocks xmlns:a="http://schemas.openxmlformats.org/drawingml/2006/main" noGrp="1"/>
          </p:cNvSpPr>
          <p:nvPr/>
        </p:nvSpPr>
        <p:spPr>
          <a:xfrm xmlns:a="http://schemas.openxmlformats.org/drawingml/2006/main">
            <a:off x="962025" y="3629025"/>
            <a:ext cx="10096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5A6478"/>
                </a:solidFill>
                <a:latin typeface="Calibri"/>
                <a:ea typeface="Calibri"/>
                <a:cs typeface="Calibri"/>
              </a:defRPr>
            </a:pPr>
            <a:r>
              <a:rPr sz="2025" b="0">
                <a:solidFill>
                  <a:srgbClr val="5A6478"/>
                </a:solidFill>
                <a:latin typeface="Calibri"/>
                <a:ea typeface="Calibri"/>
                <a:cs typeface="Calibri"/>
              </a:rPr>
              <a:t>Levante, postura y engorde según cada empresa.</a:t>
            </a:r>
          </a:p>
        </p:txBody>
      </p:sp>
      <p:sp>
        <p:nvSpPr>
          <p:cNvPr id="10" name="">
            <a:extLst xmlns:a="http://schemas.openxmlformats.org/drawingml/2006/main">
              <a:ext uri="{FF2B5EF4-FFF2-40B4-BE49-F238E27FC236}">
                <a16:creationId xmlns:a16="http://schemas.microsoft.com/office/drawing/2014/main" id="{9C9BF0AF-345A-4EB9-B21F-525B4BC1D388}"/>
              </a:ext>
            </a:extLst>
          </p:cNvPr>
          <p:cNvSpPr>
            <a:spLocks xmlns:a="http://schemas.openxmlformats.org/drawingml/2006/main" noGrp="1"/>
          </p:cNvSpPr>
          <p:nvPr/>
        </p:nvSpPr>
        <p:spPr>
          <a:xfrm xmlns:a="http://schemas.openxmlformats.org/drawingml/2006/main">
            <a:off x="962025" y="4229100"/>
            <a:ext cx="10096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1">
                <a:solidFill>
                  <a:srgbClr val="4472C4"/>
                </a:solidFill>
                <a:latin typeface="Calibri"/>
                <a:ea typeface="Calibri"/>
                <a:cs typeface="Calibri"/>
              </a:defRPr>
            </a:pPr>
            <a:r>
              <a:rPr sz="2325" b="1">
                <a:solidFill>
                  <a:srgbClr val="4472C4"/>
                </a:solidFill>
                <a:latin typeface="Calibri"/>
                <a:ea typeface="Calibri"/>
                <a:cs typeface="Calibri"/>
              </a:rPr>
              <a:t>Control y decisión</a:t>
            </a:r>
          </a:p>
        </p:txBody>
      </p:sp>
      <p:sp>
        <p:nvSpPr>
          <p:cNvPr id="11" name="">
            <a:extLst xmlns:a="http://schemas.openxmlformats.org/drawingml/2006/main">
              <a:ext uri="{FF2B5EF4-FFF2-40B4-BE49-F238E27FC236}">
                <a16:creationId xmlns:a16="http://schemas.microsoft.com/office/drawing/2014/main" id="{33A664C1-FB11-48A9-92B1-D30276C590F7}"/>
              </a:ext>
            </a:extLst>
          </p:cNvPr>
          <p:cNvSpPr>
            <a:spLocks xmlns:a="http://schemas.openxmlformats.org/drawingml/2006/main" noGrp="1"/>
          </p:cNvSpPr>
          <p:nvPr/>
        </p:nvSpPr>
        <p:spPr>
          <a:xfrm xmlns:a="http://schemas.openxmlformats.org/drawingml/2006/main">
            <a:off x="962025" y="4638675"/>
            <a:ext cx="10096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5A6478"/>
                </a:solidFill>
                <a:latin typeface="Calibri"/>
                <a:ea typeface="Calibri"/>
                <a:cs typeface="Calibri"/>
              </a:defRPr>
            </a:pPr>
            <a:r>
              <a:rPr sz="2025" b="0">
                <a:solidFill>
                  <a:srgbClr val="5A6478"/>
                </a:solidFill>
                <a:latin typeface="Calibri"/>
                <a:ea typeface="Calibri"/>
                <a:cs typeface="Calibri"/>
              </a:rPr>
              <a:t>Alimento, aves, huevos, novedades, indicadores y reportes.</a:t>
            </a:r>
          </a:p>
        </p:txBody>
      </p:sp>
      <p:sp>
        <p:nvSpPr>
          <p:cNvPr id="12" name="">
            <a:extLst xmlns:a="http://schemas.openxmlformats.org/drawingml/2006/main">
              <a:ext uri="{FF2B5EF4-FFF2-40B4-BE49-F238E27FC236}">
                <a16:creationId xmlns:a16="http://schemas.microsoft.com/office/drawing/2014/main" id="{77B45D96-341E-4ABF-AD8B-3AA708436647}"/>
              </a:ext>
            </a:extLst>
          </p:cNvPr>
          <p:cNvSpPr>
            <a:spLocks xmlns:a="http://schemas.openxmlformats.org/drawingml/2006/main" noGrp="1"/>
          </p:cNvSpPr>
          <p:nvPr/>
        </p:nvSpPr>
        <p:spPr>
          <a:xfrm xmlns:a="http://schemas.openxmlformats.org/drawingml/2006/main">
            <a:off x="962025" y="5429250"/>
            <a:ext cx="904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1">
                <a:solidFill>
                  <a:srgbClr val="091530"/>
                </a:solidFill>
                <a:latin typeface="Calibri"/>
                <a:ea typeface="Calibri"/>
                <a:cs typeface="Calibri"/>
              </a:defRPr>
            </a:pPr>
            <a:r>
              <a:rPr sz="1950" b="1">
                <a:solidFill>
                  <a:srgbClr val="091530"/>
                </a:solidFill>
                <a:latin typeface="Calibri"/>
                <a:ea typeface="Calibri"/>
                <a:cs typeface="Calibri"/>
              </a:rPr>
              <a:t>Acceso y funciones según el perfil y la configuración de la empresa.</a:t>
            </a:r>
          </a:p>
        </p:txBody>
      </p:sp>
      <p:sp>
        <p:nvSpPr>
          <p:cNvPr id="13" name="">
            <a:extLst xmlns:a="http://schemas.openxmlformats.org/drawingml/2006/main">
              <a:ext uri="{FF2B5EF4-FFF2-40B4-BE49-F238E27FC236}">
                <a16:creationId xmlns:a16="http://schemas.microsoft.com/office/drawing/2014/main" id="{D59C62E7-C44D-40F0-A9C1-FCF974F7AB9A}"/>
              </a:ext>
            </a:extLst>
          </p:cNvPr>
          <p:cNvSpPr>
            <a:spLocks xmlns:a="http://schemas.openxmlformats.org/drawingml/2006/main" noGrp="1"/>
          </p:cNvSpPr>
          <p:nvPr/>
        </p:nvSpPr>
        <p:spPr>
          <a:xfrm xmlns:a="http://schemas.openxmlformats.org/drawingml/2006/main">
            <a:off x="828675" y="5924550"/>
            <a:ext cx="51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5A6478"/>
                </a:solidFill>
                <a:latin typeface="Calibri"/>
                <a:ea typeface="Calibri"/>
                <a:cs typeface="Calibri"/>
              </a:defRPr>
            </a:pPr>
            <a:r>
              <a:rPr sz="1425" b="0">
                <a:solidFill>
                  <a:srgbClr val="5A6478"/>
                </a:solidFill>
                <a:latin typeface="Calibri"/>
                <a:ea typeface="Calibri"/>
                <a:cs typeface="Calibri"/>
              </a:rPr>
              <a:t>04</a:t>
            </a:r>
          </a:p>
        </p:txBody>
      </p:sp>
    </p:spTree>
    <p:extLst>
      <p:ext uri="{BB962C8B-B14F-4D97-AF65-F5344CB8AC3E}">
        <p14:creationId xmlns:p14="http://schemas.microsoft.com/office/powerpoint/2010/main" val="187013649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19" name="Imagen 4"/>
          <p:cNvPicPr>
            <a:picLocks xmlns:a="http://schemas.openxmlformats.org/drawingml/2006/main" noChangeAspect="1"/>
          </p:cNvPicPr>
          <p:nvPr/>
        </p:nvPicPr>
        <p:blipFill>
          <a:blip xmlns:r="http://schemas.openxmlformats.org/officeDocument/2006/relationships" xmlns:a="http://schemas.openxmlformats.org/drawingml/2006/main" r:embed="R029ccd9ef4be44a5"/>
          <a:srcRect xmlns:a="http://schemas.openxmlformats.org/drawingml/2006/main" l="0" t="0" r="0" b="0"/>
          <a:stretch xmlns:a="http://schemas.openxmlformats.org/drawingml/2006/main"/>
        </p:blipFill>
        <p:spPr>
          <a:xfrm xmlns:a="http://schemas.openxmlformats.org/drawingml/2006/main">
            <a:off x="2" y="0"/>
            <a:ext cx="12213601" cy="6857999"/>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BCF9B69-55E2-4032-BEDE-BFB3263F6AEF}"/>
              </a:ext>
            </a:extLst>
          </p:cNvPr>
          <p:cNvSpPr>
            <a:spLocks xmlns:a="http://schemas.openxmlformats.org/drawingml/2006/main" noGrp="1"/>
          </p:cNvSpPr>
          <p:nvPr/>
        </p:nvSpPr>
        <p:spPr>
          <a:xfrm xmlns:a="http://schemas.openxmlformats.org/drawingml/2006/main">
            <a:off x="2571750" y="666750"/>
            <a:ext cx="857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225" b="1">
                <a:solidFill>
                  <a:srgbClr val="091530"/>
                </a:solidFill>
                <a:latin typeface="Calibri"/>
                <a:ea typeface="Calibri"/>
                <a:cs typeface="Calibri"/>
              </a:defRPr>
            </a:pPr>
            <a:r>
              <a:rPr sz="3225" b="1">
                <a:solidFill>
                  <a:srgbClr val="091530"/>
                </a:solidFill>
                <a:latin typeface="Calibri"/>
                <a:ea typeface="Calibri"/>
                <a:cs typeface="Calibri"/>
              </a:rPr>
              <a:t>Lo que ya he desarrollado</a:t>
            </a:r>
          </a:p>
        </p:txBody>
      </p:sp>
      <p:sp>
        <p:nvSpPr>
          <p:cNvPr id="5" name="">
            <a:extLst xmlns:a="http://schemas.openxmlformats.org/drawingml/2006/main">
              <a:ext uri="{FF2B5EF4-FFF2-40B4-BE49-F238E27FC236}">
                <a16:creationId xmlns:a16="http://schemas.microsoft.com/office/drawing/2014/main" id="{8B296D6A-17AE-4D7A-B326-D481E1EC9350}"/>
              </a:ext>
            </a:extLst>
          </p:cNvPr>
          <p:cNvSpPr>
            <a:spLocks xmlns:a="http://schemas.openxmlformats.org/drawingml/2006/main" noGrp="1"/>
          </p:cNvSpPr>
          <p:nvPr/>
        </p:nvSpPr>
        <p:spPr>
          <a:xfrm xmlns:a="http://schemas.openxmlformats.org/drawingml/2006/main">
            <a:off x="2609850" y="1504950"/>
            <a:ext cx="8382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5A6478"/>
                </a:solidFill>
                <a:latin typeface="Calibri"/>
                <a:ea typeface="Calibri"/>
                <a:cs typeface="Calibri"/>
              </a:defRPr>
            </a:pPr>
            <a:r>
              <a:rPr sz="1650" b="0">
                <a:solidFill>
                  <a:srgbClr val="5A6478"/>
                </a:solidFill>
                <a:latin typeface="Calibri"/>
                <a:ea typeface="Calibri"/>
                <a:cs typeface="Calibri"/>
              </a:rPr>
              <a:t>Plataforma web implementada para la operación avícola</a:t>
            </a:r>
          </a:p>
        </p:txBody>
      </p:sp>
      <p:sp>
        <p:nvSpPr>
          <p:cNvPr id="6" name="">
            <a:extLst xmlns:a="http://schemas.openxmlformats.org/drawingml/2006/main">
              <a:ext uri="{FF2B5EF4-FFF2-40B4-BE49-F238E27FC236}">
                <a16:creationId xmlns:a16="http://schemas.microsoft.com/office/drawing/2014/main" id="{9E230754-7E89-4E44-8539-0B5F49865995}"/>
              </a:ext>
            </a:extLst>
          </p:cNvPr>
          <p:cNvSpPr>
            <a:spLocks xmlns:a="http://schemas.openxmlformats.org/drawingml/2006/main" noGrp="1"/>
          </p:cNvSpPr>
          <p:nvPr/>
        </p:nvSpPr>
        <p:spPr>
          <a:xfrm xmlns:a="http://schemas.openxmlformats.org/drawingml/2006/main">
            <a:off x="962025" y="2238375"/>
            <a:ext cx="4762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1">
                <a:solidFill>
                  <a:srgbClr val="4472C4"/>
                </a:solidFill>
                <a:latin typeface="Calibri"/>
                <a:ea typeface="Calibri"/>
                <a:cs typeface="Calibri"/>
              </a:defRPr>
            </a:pPr>
            <a:r>
              <a:rPr sz="2325" b="1">
                <a:solidFill>
                  <a:srgbClr val="4472C4"/>
                </a:solidFill>
                <a:latin typeface="Calibri"/>
                <a:ea typeface="Calibri"/>
                <a:cs typeface="Calibri"/>
              </a:rPr>
              <a:t>Organización y acceso</a:t>
            </a:r>
          </a:p>
        </p:txBody>
      </p:sp>
      <p:sp>
        <p:nvSpPr>
          <p:cNvPr id="7" name="">
            <a:extLst xmlns:a="http://schemas.openxmlformats.org/drawingml/2006/main">
              <a:ext uri="{FF2B5EF4-FFF2-40B4-BE49-F238E27FC236}">
                <a16:creationId xmlns:a16="http://schemas.microsoft.com/office/drawing/2014/main" id="{50F3DDFC-4A19-49A2-AC73-98912BFBE5F9}"/>
              </a:ext>
            </a:extLst>
          </p:cNvPr>
          <p:cNvSpPr>
            <a:spLocks xmlns:a="http://schemas.openxmlformats.org/drawingml/2006/main" noGrp="1"/>
          </p:cNvSpPr>
          <p:nvPr/>
        </p:nvSpPr>
        <p:spPr>
          <a:xfrm xmlns:a="http://schemas.openxmlformats.org/drawingml/2006/main">
            <a:off x="962025" y="2647950"/>
            <a:ext cx="4762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5A6478"/>
                </a:solidFill>
                <a:latin typeface="Calibri"/>
                <a:ea typeface="Calibri"/>
                <a:cs typeface="Calibri"/>
              </a:defRPr>
            </a:pPr>
            <a:r>
              <a:rPr sz="2025" b="0">
                <a:solidFill>
                  <a:srgbClr val="5A6478"/>
                </a:solidFill>
                <a:latin typeface="Calibri"/>
                <a:ea typeface="Calibri"/>
                <a:cs typeface="Calibri"/>
              </a:rPr>
              <a:t>Usuarios, roles, empresas y lotes.</a:t>
            </a:r>
          </a:p>
        </p:txBody>
      </p:sp>
      <p:sp>
        <p:nvSpPr>
          <p:cNvPr id="8" name="">
            <a:extLst xmlns:a="http://schemas.openxmlformats.org/drawingml/2006/main">
              <a:ext uri="{FF2B5EF4-FFF2-40B4-BE49-F238E27FC236}">
                <a16:creationId xmlns:a16="http://schemas.microsoft.com/office/drawing/2014/main" id="{C7BA8694-9123-4662-8552-D59B224F72A7}"/>
              </a:ext>
            </a:extLst>
          </p:cNvPr>
          <p:cNvSpPr>
            <a:spLocks xmlns:a="http://schemas.openxmlformats.org/drawingml/2006/main" noGrp="1"/>
          </p:cNvSpPr>
          <p:nvPr/>
        </p:nvSpPr>
        <p:spPr>
          <a:xfrm xmlns:a="http://schemas.openxmlformats.org/drawingml/2006/main">
            <a:off x="962025" y="3238500"/>
            <a:ext cx="4762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1">
                <a:solidFill>
                  <a:srgbClr val="4472C4"/>
                </a:solidFill>
                <a:latin typeface="Calibri"/>
                <a:ea typeface="Calibri"/>
                <a:cs typeface="Calibri"/>
              </a:defRPr>
            </a:pPr>
            <a:r>
              <a:rPr sz="2325" b="1">
                <a:solidFill>
                  <a:srgbClr val="4472C4"/>
                </a:solidFill>
                <a:latin typeface="Calibri"/>
                <a:ea typeface="Calibri"/>
                <a:cs typeface="Calibri"/>
              </a:rPr>
              <a:t>Inventario y alimento</a:t>
            </a:r>
          </a:p>
        </p:txBody>
      </p:sp>
      <p:sp>
        <p:nvSpPr>
          <p:cNvPr id="9" name="">
            <a:extLst xmlns:a="http://schemas.openxmlformats.org/drawingml/2006/main">
              <a:ext uri="{FF2B5EF4-FFF2-40B4-BE49-F238E27FC236}">
                <a16:creationId xmlns:a16="http://schemas.microsoft.com/office/drawing/2014/main" id="{3B764E45-329E-45A5-A68B-75E368007443}"/>
              </a:ext>
            </a:extLst>
          </p:cNvPr>
          <p:cNvSpPr>
            <a:spLocks xmlns:a="http://schemas.openxmlformats.org/drawingml/2006/main" noGrp="1"/>
          </p:cNvSpPr>
          <p:nvPr/>
        </p:nvSpPr>
        <p:spPr>
          <a:xfrm xmlns:a="http://schemas.openxmlformats.org/drawingml/2006/main">
            <a:off x="962025" y="3648075"/>
            <a:ext cx="4762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5A6478"/>
                </a:solidFill>
                <a:latin typeface="Calibri"/>
                <a:ea typeface="Calibri"/>
                <a:cs typeface="Calibri"/>
              </a:defRPr>
            </a:pPr>
            <a:r>
              <a:rPr sz="2025" b="0">
                <a:solidFill>
                  <a:srgbClr val="5A6478"/>
                </a:solidFill>
                <a:latin typeface="Calibri"/>
                <a:ea typeface="Calibri"/>
                <a:cs typeface="Calibri"/>
              </a:rPr>
              <a:t>Ingresos, existencias y consumo.</a:t>
            </a:r>
          </a:p>
        </p:txBody>
      </p:sp>
      <p:sp>
        <p:nvSpPr>
          <p:cNvPr id="10" name="">
            <a:extLst xmlns:a="http://schemas.openxmlformats.org/drawingml/2006/main">
              <a:ext uri="{FF2B5EF4-FFF2-40B4-BE49-F238E27FC236}">
                <a16:creationId xmlns:a16="http://schemas.microsoft.com/office/drawing/2014/main" id="{54250E74-925C-429D-B76B-5BCDD0B3D53A}"/>
              </a:ext>
            </a:extLst>
          </p:cNvPr>
          <p:cNvSpPr>
            <a:spLocks xmlns:a="http://schemas.openxmlformats.org/drawingml/2006/main" noGrp="1"/>
          </p:cNvSpPr>
          <p:nvPr/>
        </p:nvSpPr>
        <p:spPr>
          <a:xfrm xmlns:a="http://schemas.openxmlformats.org/drawingml/2006/main">
            <a:off x="962025" y="4238625"/>
            <a:ext cx="4762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1">
                <a:solidFill>
                  <a:srgbClr val="4472C4"/>
                </a:solidFill>
                <a:latin typeface="Calibri"/>
                <a:ea typeface="Calibri"/>
                <a:cs typeface="Calibri"/>
              </a:defRPr>
            </a:pPr>
            <a:r>
              <a:rPr sz="2325" b="1">
                <a:solidFill>
                  <a:srgbClr val="4472C4"/>
                </a:solidFill>
                <a:latin typeface="Calibri"/>
                <a:ea typeface="Calibri"/>
                <a:cs typeface="Calibri"/>
              </a:rPr>
              <a:t>Seguimiento diario</a:t>
            </a:r>
          </a:p>
        </p:txBody>
      </p:sp>
      <p:sp>
        <p:nvSpPr>
          <p:cNvPr id="11" name="">
            <a:extLst xmlns:a="http://schemas.openxmlformats.org/drawingml/2006/main">
              <a:ext uri="{FF2B5EF4-FFF2-40B4-BE49-F238E27FC236}">
                <a16:creationId xmlns:a16="http://schemas.microsoft.com/office/drawing/2014/main" id="{CBE85712-84F9-42C3-858E-23185BD7B075}"/>
              </a:ext>
            </a:extLst>
          </p:cNvPr>
          <p:cNvSpPr>
            <a:spLocks xmlns:a="http://schemas.openxmlformats.org/drawingml/2006/main" noGrp="1"/>
          </p:cNvSpPr>
          <p:nvPr/>
        </p:nvSpPr>
        <p:spPr>
          <a:xfrm xmlns:a="http://schemas.openxmlformats.org/drawingml/2006/main">
            <a:off x="962025" y="4648200"/>
            <a:ext cx="4762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5A6478"/>
                </a:solidFill>
                <a:latin typeface="Calibri"/>
                <a:ea typeface="Calibri"/>
                <a:cs typeface="Calibri"/>
              </a:defRPr>
            </a:pPr>
            <a:r>
              <a:rPr sz="2025" b="0">
                <a:solidFill>
                  <a:srgbClr val="5A6478"/>
                </a:solidFill>
                <a:latin typeface="Calibri"/>
                <a:ea typeface="Calibri"/>
                <a:cs typeface="Calibri"/>
              </a:rPr>
              <a:t>Novedades, mortalidad y pesajes.</a:t>
            </a:r>
          </a:p>
        </p:txBody>
      </p:sp>
      <p:sp>
        <p:nvSpPr>
          <p:cNvPr id="12" name="">
            <a:extLst xmlns:a="http://schemas.openxmlformats.org/drawingml/2006/main">
              <a:ext uri="{FF2B5EF4-FFF2-40B4-BE49-F238E27FC236}">
                <a16:creationId xmlns:a16="http://schemas.microsoft.com/office/drawing/2014/main" id="{EBC1BAEE-3117-41E4-AFEB-F7EF9E243FDB}"/>
              </a:ext>
            </a:extLst>
          </p:cNvPr>
          <p:cNvSpPr>
            <a:spLocks xmlns:a="http://schemas.openxmlformats.org/drawingml/2006/main" noGrp="1"/>
          </p:cNvSpPr>
          <p:nvPr/>
        </p:nvSpPr>
        <p:spPr>
          <a:xfrm xmlns:a="http://schemas.openxmlformats.org/drawingml/2006/main">
            <a:off x="6315075" y="2238375"/>
            <a:ext cx="4762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1">
                <a:solidFill>
                  <a:srgbClr val="4472C4"/>
                </a:solidFill>
                <a:latin typeface="Calibri"/>
                <a:ea typeface="Calibri"/>
                <a:cs typeface="Calibri"/>
              </a:defRPr>
            </a:pPr>
            <a:r>
              <a:rPr sz="2325" b="1">
                <a:solidFill>
                  <a:srgbClr val="4472C4"/>
                </a:solidFill>
                <a:latin typeface="Calibri"/>
                <a:ea typeface="Calibri"/>
                <a:cs typeface="Calibri"/>
              </a:rPr>
              <a:t>Huevos y movimientos</a:t>
            </a:r>
          </a:p>
        </p:txBody>
      </p:sp>
      <p:sp>
        <p:nvSpPr>
          <p:cNvPr id="13" name="">
            <a:extLst xmlns:a="http://schemas.openxmlformats.org/drawingml/2006/main">
              <a:ext uri="{FF2B5EF4-FFF2-40B4-BE49-F238E27FC236}">
                <a16:creationId xmlns:a16="http://schemas.microsoft.com/office/drawing/2014/main" id="{7B4A846B-EABA-4FFB-B70E-F2F19DD4A2AA}"/>
              </a:ext>
            </a:extLst>
          </p:cNvPr>
          <p:cNvSpPr>
            <a:spLocks xmlns:a="http://schemas.openxmlformats.org/drawingml/2006/main" noGrp="1"/>
          </p:cNvSpPr>
          <p:nvPr/>
        </p:nvSpPr>
        <p:spPr>
          <a:xfrm xmlns:a="http://schemas.openxmlformats.org/drawingml/2006/main">
            <a:off x="6315075" y="2647950"/>
            <a:ext cx="4762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5A6478"/>
                </a:solidFill>
                <a:latin typeface="Calibri"/>
                <a:ea typeface="Calibri"/>
                <a:cs typeface="Calibri"/>
              </a:defRPr>
            </a:pPr>
            <a:r>
              <a:rPr sz="2025" b="0">
                <a:solidFill>
                  <a:srgbClr val="5A6478"/>
                </a:solidFill>
                <a:latin typeface="Calibri"/>
                <a:ea typeface="Calibri"/>
                <a:cs typeface="Calibri"/>
              </a:rPr>
              <a:t>Producción, clasificación y traslados.</a:t>
            </a:r>
          </a:p>
        </p:txBody>
      </p:sp>
      <p:sp>
        <p:nvSpPr>
          <p:cNvPr id="14" name="">
            <a:extLst xmlns:a="http://schemas.openxmlformats.org/drawingml/2006/main">
              <a:ext uri="{FF2B5EF4-FFF2-40B4-BE49-F238E27FC236}">
                <a16:creationId xmlns:a16="http://schemas.microsoft.com/office/drawing/2014/main" id="{3A9B32AB-2577-4352-9C8D-BDCBA294167A}"/>
              </a:ext>
            </a:extLst>
          </p:cNvPr>
          <p:cNvSpPr>
            <a:spLocks xmlns:a="http://schemas.openxmlformats.org/drawingml/2006/main" noGrp="1"/>
          </p:cNvSpPr>
          <p:nvPr/>
        </p:nvSpPr>
        <p:spPr>
          <a:xfrm xmlns:a="http://schemas.openxmlformats.org/drawingml/2006/main">
            <a:off x="6315075" y="3238500"/>
            <a:ext cx="4762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1">
                <a:solidFill>
                  <a:srgbClr val="4472C4"/>
                </a:solidFill>
                <a:latin typeface="Calibri"/>
                <a:ea typeface="Calibri"/>
                <a:cs typeface="Calibri"/>
              </a:defRPr>
            </a:pPr>
            <a:r>
              <a:rPr sz="2325" b="1">
                <a:solidFill>
                  <a:srgbClr val="4472C4"/>
                </a:solidFill>
                <a:latin typeface="Calibri"/>
                <a:ea typeface="Calibri"/>
                <a:cs typeface="Calibri"/>
              </a:rPr>
              <a:t>Reportes e indicadores</a:t>
            </a:r>
          </a:p>
        </p:txBody>
      </p:sp>
      <p:sp>
        <p:nvSpPr>
          <p:cNvPr id="15" name="">
            <a:extLst xmlns:a="http://schemas.openxmlformats.org/drawingml/2006/main">
              <a:ext uri="{FF2B5EF4-FFF2-40B4-BE49-F238E27FC236}">
                <a16:creationId xmlns:a16="http://schemas.microsoft.com/office/drawing/2014/main" id="{CF280E10-266C-4C18-B986-1C9D43F2B1E6}"/>
              </a:ext>
            </a:extLst>
          </p:cNvPr>
          <p:cNvSpPr>
            <a:spLocks xmlns:a="http://schemas.openxmlformats.org/drawingml/2006/main" noGrp="1"/>
          </p:cNvSpPr>
          <p:nvPr/>
        </p:nvSpPr>
        <p:spPr>
          <a:xfrm xmlns:a="http://schemas.openxmlformats.org/drawingml/2006/main">
            <a:off x="6315075" y="3648075"/>
            <a:ext cx="4762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5A6478"/>
                </a:solidFill>
                <a:latin typeface="Calibri"/>
                <a:ea typeface="Calibri"/>
                <a:cs typeface="Calibri"/>
              </a:defRPr>
            </a:pPr>
            <a:r>
              <a:rPr sz="2025" b="0">
                <a:solidFill>
                  <a:srgbClr val="5A6478"/>
                </a:solidFill>
                <a:latin typeface="Calibri"/>
                <a:ea typeface="Calibri"/>
                <a:cs typeface="Calibri"/>
              </a:rPr>
              <a:t>Consultas técnicas, productivas y de costos.</a:t>
            </a:r>
          </a:p>
        </p:txBody>
      </p:sp>
      <p:sp>
        <p:nvSpPr>
          <p:cNvPr id="16" name="">
            <a:extLst xmlns:a="http://schemas.openxmlformats.org/drawingml/2006/main">
              <a:ext uri="{FF2B5EF4-FFF2-40B4-BE49-F238E27FC236}">
                <a16:creationId xmlns:a16="http://schemas.microsoft.com/office/drawing/2014/main" id="{2A332ACA-CAF3-423C-9409-2116DE06C2CD}"/>
              </a:ext>
            </a:extLst>
          </p:cNvPr>
          <p:cNvSpPr>
            <a:spLocks xmlns:a="http://schemas.openxmlformats.org/drawingml/2006/main" noGrp="1"/>
          </p:cNvSpPr>
          <p:nvPr/>
        </p:nvSpPr>
        <p:spPr>
          <a:xfrm xmlns:a="http://schemas.openxmlformats.org/drawingml/2006/main">
            <a:off x="6315075" y="4238625"/>
            <a:ext cx="4762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1">
                <a:solidFill>
                  <a:srgbClr val="4472C4"/>
                </a:solidFill>
                <a:latin typeface="Calibri"/>
                <a:ea typeface="Calibri"/>
                <a:cs typeface="Calibri"/>
              </a:defRPr>
            </a:pPr>
            <a:r>
              <a:rPr sz="2325" b="1">
                <a:solidFill>
                  <a:srgbClr val="4472C4"/>
                </a:solidFill>
                <a:latin typeface="Calibri"/>
                <a:ea typeface="Calibri"/>
                <a:cs typeface="Calibri"/>
              </a:rPr>
              <a:t>Adaptación por empresa</a:t>
            </a:r>
          </a:p>
        </p:txBody>
      </p:sp>
      <p:sp>
        <p:nvSpPr>
          <p:cNvPr id="17" name="">
            <a:extLst xmlns:a="http://schemas.openxmlformats.org/drawingml/2006/main">
              <a:ext uri="{FF2B5EF4-FFF2-40B4-BE49-F238E27FC236}">
                <a16:creationId xmlns:a16="http://schemas.microsoft.com/office/drawing/2014/main" id="{B7B7C892-696C-472D-8149-7C3A421EE322}"/>
              </a:ext>
            </a:extLst>
          </p:cNvPr>
          <p:cNvSpPr>
            <a:spLocks xmlns:a="http://schemas.openxmlformats.org/drawingml/2006/main" noGrp="1"/>
          </p:cNvSpPr>
          <p:nvPr/>
        </p:nvSpPr>
        <p:spPr>
          <a:xfrm xmlns:a="http://schemas.openxmlformats.org/drawingml/2006/main">
            <a:off x="6315075" y="4648200"/>
            <a:ext cx="4762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5A6478"/>
                </a:solidFill>
                <a:latin typeface="Calibri"/>
                <a:ea typeface="Calibri"/>
                <a:cs typeface="Calibri"/>
              </a:defRPr>
            </a:pPr>
            <a:r>
              <a:rPr sz="2025" b="0">
                <a:solidFill>
                  <a:srgbClr val="5A6478"/>
                </a:solidFill>
                <a:latin typeface="Calibri"/>
                <a:ea typeface="Calibri"/>
                <a:cs typeface="Calibri"/>
              </a:rPr>
              <a:t>Funciones y reglas parametrizables.</a:t>
            </a:r>
          </a:p>
        </p:txBody>
      </p:sp>
      <p:sp>
        <p:nvSpPr>
          <p:cNvPr id="18" name="">
            <a:extLst xmlns:a="http://schemas.openxmlformats.org/drawingml/2006/main">
              <a:ext uri="{FF2B5EF4-FFF2-40B4-BE49-F238E27FC236}">
                <a16:creationId xmlns:a16="http://schemas.microsoft.com/office/drawing/2014/main" id="{6686FD27-F729-44D8-91FB-D3DCF8614639}"/>
              </a:ext>
            </a:extLst>
          </p:cNvPr>
          <p:cNvSpPr>
            <a:spLocks xmlns:a="http://schemas.openxmlformats.org/drawingml/2006/main" noGrp="1"/>
          </p:cNvSpPr>
          <p:nvPr/>
        </p:nvSpPr>
        <p:spPr>
          <a:xfrm xmlns:a="http://schemas.openxmlformats.org/drawingml/2006/main">
            <a:off x="828675" y="5924550"/>
            <a:ext cx="51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5A6478"/>
                </a:solidFill>
                <a:latin typeface="Calibri"/>
                <a:ea typeface="Calibri"/>
                <a:cs typeface="Calibri"/>
              </a:defRPr>
            </a:pPr>
            <a:r>
              <a:rPr sz="1425" b="0">
                <a:solidFill>
                  <a:srgbClr val="5A6478"/>
                </a:solidFill>
                <a:latin typeface="Calibri"/>
                <a:ea typeface="Calibri"/>
                <a:cs typeface="Calibri"/>
              </a:rPr>
              <a:t>05</a:t>
            </a:r>
          </a:p>
        </p:txBody>
      </p:sp>
    </p:spTree>
    <p:extLst>
      <p:ext uri="{BB962C8B-B14F-4D97-AF65-F5344CB8AC3E}">
        <p14:creationId xmlns:p14="http://schemas.microsoft.com/office/powerpoint/2010/main" val="187013649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14" name="Imagen 4"/>
          <p:cNvPicPr>
            <a:picLocks xmlns:a="http://schemas.openxmlformats.org/drawingml/2006/main" noChangeAspect="1"/>
          </p:cNvPicPr>
          <p:nvPr/>
        </p:nvPicPr>
        <p:blipFill>
          <a:blip xmlns:r="http://schemas.openxmlformats.org/officeDocument/2006/relationships" xmlns:a="http://schemas.openxmlformats.org/drawingml/2006/main" r:embed="Rf5a66afcb9424101"/>
          <a:srcRect xmlns:a="http://schemas.openxmlformats.org/drawingml/2006/main" l="0" t="0" r="0" b="0"/>
          <a:stretch xmlns:a="http://schemas.openxmlformats.org/drawingml/2006/main"/>
        </p:blipFill>
        <p:spPr>
          <a:xfrm xmlns:a="http://schemas.openxmlformats.org/drawingml/2006/main">
            <a:off x="2" y="0"/>
            <a:ext cx="12213601" cy="685799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1817A6D-FE63-45F1-897C-0B604143D4AE}"/>
              </a:ext>
            </a:extLst>
          </p:cNvPr>
          <p:cNvSpPr>
            <a:spLocks xmlns:a="http://schemas.openxmlformats.org/drawingml/2006/main" noGrp="1"/>
          </p:cNvSpPr>
          <p:nvPr/>
        </p:nvSpPr>
        <p:spPr>
          <a:xfrm xmlns:a="http://schemas.openxmlformats.org/drawingml/2006/main">
            <a:off x="3933825" y="704850"/>
            <a:ext cx="74961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091530"/>
                </a:solidFill>
                <a:latin typeface="Calibri"/>
                <a:ea typeface="Calibri"/>
                <a:cs typeface="Calibri"/>
              </a:defRPr>
            </a:pPr>
            <a:r>
              <a:rPr sz="3300" b="1">
                <a:solidFill>
                  <a:srgbClr val="091530"/>
                </a:solidFill>
                <a:latin typeface="Calibri"/>
                <a:ea typeface="Calibri"/>
                <a:cs typeface="Calibri"/>
              </a:rPr>
              <a:t>En qué estoy trabajando</a:t>
            </a:r>
          </a:p>
        </p:txBody>
      </p:sp>
      <p:sp>
        <p:nvSpPr>
          <p:cNvPr id="6" name="">
            <a:extLst xmlns:a="http://schemas.openxmlformats.org/drawingml/2006/main">
              <a:ext uri="{FF2B5EF4-FFF2-40B4-BE49-F238E27FC236}">
                <a16:creationId xmlns:a16="http://schemas.microsoft.com/office/drawing/2014/main" id="{C9F3BA15-1563-4C2F-A2B4-3B4D84290500}"/>
              </a:ext>
            </a:extLst>
          </p:cNvPr>
          <p:cNvSpPr>
            <a:spLocks xmlns:a="http://schemas.openxmlformats.org/drawingml/2006/main" noGrp="1"/>
          </p:cNvSpPr>
          <p:nvPr/>
        </p:nvSpPr>
        <p:spPr>
          <a:xfrm xmlns:a="http://schemas.openxmlformats.org/drawingml/2006/main">
            <a:off x="3933825" y="1724025"/>
            <a:ext cx="3619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700" b="1">
                <a:solidFill>
                  <a:srgbClr val="4472C4"/>
                </a:solidFill>
                <a:latin typeface="Calibri"/>
                <a:ea typeface="Calibri"/>
                <a:cs typeface="Calibri"/>
              </a:defRPr>
            </a:pPr>
            <a:r>
              <a:rPr sz="2700" b="1">
                <a:solidFill>
                  <a:srgbClr val="4472C4"/>
                </a:solidFill>
                <a:latin typeface="Calibri"/>
                <a:ea typeface="Calibri"/>
                <a:cs typeface="Calibri"/>
              </a:rPr>
              <a:t>App móvil</a:t>
            </a:r>
          </a:p>
        </p:txBody>
      </p:sp>
      <p:sp>
        <p:nvSpPr>
          <p:cNvPr id="7" name="">
            <a:extLst xmlns:a="http://schemas.openxmlformats.org/drawingml/2006/main">
              <a:ext uri="{FF2B5EF4-FFF2-40B4-BE49-F238E27FC236}">
                <a16:creationId xmlns:a16="http://schemas.microsoft.com/office/drawing/2014/main" id="{823F6524-ACBD-408F-9142-7C9D1175714D}"/>
              </a:ext>
            </a:extLst>
          </p:cNvPr>
          <p:cNvSpPr>
            <a:spLocks xmlns:a="http://schemas.openxmlformats.org/drawingml/2006/main" noGrp="1"/>
          </p:cNvSpPr>
          <p:nvPr/>
        </p:nvSpPr>
        <p:spPr>
          <a:xfrm xmlns:a="http://schemas.openxmlformats.org/drawingml/2006/main">
            <a:off x="3933825" y="2276475"/>
            <a:ext cx="6858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6675" b="1">
                <a:solidFill>
                  <a:srgbClr val="091530"/>
                </a:solidFill>
                <a:latin typeface="Calibri"/>
                <a:ea typeface="Calibri"/>
                <a:cs typeface="Calibri"/>
              </a:defRPr>
            </a:pPr>
            <a:r>
              <a:rPr sz="6675" b="1">
                <a:solidFill>
                  <a:srgbClr val="091530"/>
                </a:solidFill>
                <a:latin typeface="Calibri"/>
                <a:ea typeface="Calibri"/>
                <a:cs typeface="Calibri"/>
              </a:rPr>
              <a:t>80–90 %</a:t>
            </a:r>
          </a:p>
        </p:txBody>
      </p:sp>
      <p:sp>
        <p:nvSpPr>
          <p:cNvPr id="8" name="">
            <a:extLst xmlns:a="http://schemas.openxmlformats.org/drawingml/2006/main">
              <a:ext uri="{FF2B5EF4-FFF2-40B4-BE49-F238E27FC236}">
                <a16:creationId xmlns:a16="http://schemas.microsoft.com/office/drawing/2014/main" id="{C2BEE259-C86B-48FD-AD86-A3C3EA824339}"/>
              </a:ext>
            </a:extLst>
          </p:cNvPr>
          <p:cNvSpPr>
            <a:spLocks xmlns:a="http://schemas.openxmlformats.org/drawingml/2006/main" noGrp="1"/>
          </p:cNvSpPr>
          <p:nvPr/>
        </p:nvSpPr>
        <p:spPr>
          <a:xfrm xmlns:a="http://schemas.openxmlformats.org/drawingml/2006/main">
            <a:off x="3962400" y="3495675"/>
            <a:ext cx="73533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5A6478"/>
                </a:solidFill>
                <a:latin typeface="Calibri"/>
                <a:ea typeface="Calibri"/>
                <a:cs typeface="Calibri"/>
              </a:defRPr>
            </a:pPr>
            <a:r>
              <a:rPr sz="2175" b="0">
                <a:solidFill>
                  <a:srgbClr val="5A6478"/>
                </a:solidFill>
                <a:latin typeface="Calibri"/>
                <a:ea typeface="Calibri"/>
                <a:cs typeface="Calibri"/>
              </a:rPr>
              <a:t>Avance estimado / Aún sin desplegar</a:t>
            </a:r>
          </a:p>
        </p:txBody>
      </p:sp>
      <p:sp>
        <p:nvSpPr>
          <p:cNvPr id="9" name="">
            <a:extLst xmlns:a="http://schemas.openxmlformats.org/drawingml/2006/main">
              <a:ext uri="{FF2B5EF4-FFF2-40B4-BE49-F238E27FC236}">
                <a16:creationId xmlns:a16="http://schemas.microsoft.com/office/drawing/2014/main" id="{D2581094-646D-4D1B-A177-B8DB13719FBF}"/>
              </a:ext>
            </a:extLst>
          </p:cNvPr>
          <p:cNvSpPr>
            <a:spLocks xmlns:a="http://schemas.openxmlformats.org/drawingml/2006/main" noGrp="1"/>
          </p:cNvSpPr>
          <p:nvPr/>
        </p:nvSpPr>
        <p:spPr>
          <a:xfrm xmlns:a="http://schemas.openxmlformats.org/drawingml/2006/main">
            <a:off x="1057275" y="42957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1">
                <a:solidFill>
                  <a:srgbClr val="4472C4"/>
                </a:solidFill>
                <a:latin typeface="Calibri"/>
                <a:ea typeface="Calibri"/>
                <a:cs typeface="Calibri"/>
              </a:defRPr>
            </a:pPr>
            <a:r>
              <a:rPr sz="2325" b="1">
                <a:solidFill>
                  <a:srgbClr val="4472C4"/>
                </a:solidFill>
                <a:latin typeface="Calibri"/>
                <a:ea typeface="Calibri"/>
                <a:cs typeface="Calibri"/>
              </a:rPr>
              <a:t>Operación en campo</a:t>
            </a:r>
          </a:p>
        </p:txBody>
      </p:sp>
      <p:sp>
        <p:nvSpPr>
          <p:cNvPr id="10" name="">
            <a:extLst xmlns:a="http://schemas.openxmlformats.org/drawingml/2006/main">
              <a:ext uri="{FF2B5EF4-FFF2-40B4-BE49-F238E27FC236}">
                <a16:creationId xmlns:a16="http://schemas.microsoft.com/office/drawing/2014/main" id="{7C6AF439-D6EA-437F-93DE-BA55CE6ED36F}"/>
              </a:ext>
            </a:extLst>
          </p:cNvPr>
          <p:cNvSpPr>
            <a:spLocks xmlns:a="http://schemas.openxmlformats.org/drawingml/2006/main" noGrp="1"/>
          </p:cNvSpPr>
          <p:nvPr/>
        </p:nvSpPr>
        <p:spPr>
          <a:xfrm xmlns:a="http://schemas.openxmlformats.org/drawingml/2006/main">
            <a:off x="1057275" y="4705350"/>
            <a:ext cx="10287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5A6478"/>
                </a:solidFill>
                <a:latin typeface="Calibri"/>
                <a:ea typeface="Calibri"/>
                <a:cs typeface="Calibri"/>
              </a:defRPr>
            </a:pPr>
            <a:r>
              <a:rPr sz="2025" b="0">
                <a:solidFill>
                  <a:srgbClr val="5A6478"/>
                </a:solidFill>
                <a:latin typeface="Calibri"/>
                <a:ea typeface="Calibri"/>
                <a:cs typeface="Calibri"/>
              </a:rPr>
              <a:t>Ajustes de la app según el uso y las necesidades reales.</a:t>
            </a:r>
          </a:p>
        </p:txBody>
      </p:sp>
      <p:sp>
        <p:nvSpPr>
          <p:cNvPr id="11" name="">
            <a:extLst xmlns:a="http://schemas.openxmlformats.org/drawingml/2006/main">
              <a:ext uri="{FF2B5EF4-FFF2-40B4-BE49-F238E27FC236}">
                <a16:creationId xmlns:a16="http://schemas.microsoft.com/office/drawing/2014/main" id="{1BE1D3DF-62E1-4F66-91DA-D216D8C5219C}"/>
              </a:ext>
            </a:extLst>
          </p:cNvPr>
          <p:cNvSpPr>
            <a:spLocks xmlns:a="http://schemas.openxmlformats.org/drawingml/2006/main" noGrp="1"/>
          </p:cNvSpPr>
          <p:nvPr/>
        </p:nvSpPr>
        <p:spPr>
          <a:xfrm xmlns:a="http://schemas.openxmlformats.org/drawingml/2006/main">
            <a:off x="1057275" y="5086350"/>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1">
                <a:solidFill>
                  <a:srgbClr val="4472C4"/>
                </a:solidFill>
                <a:latin typeface="Calibri"/>
                <a:ea typeface="Calibri"/>
                <a:cs typeface="Calibri"/>
              </a:defRPr>
            </a:pPr>
            <a:r>
              <a:rPr sz="2325" b="1">
                <a:solidFill>
                  <a:srgbClr val="4472C4"/>
                </a:solidFill>
                <a:latin typeface="Calibri"/>
                <a:ea typeface="Calibri"/>
                <a:cs typeface="Calibri"/>
              </a:rPr>
              <a:t>Implementación por empresa</a:t>
            </a:r>
          </a:p>
        </p:txBody>
      </p:sp>
      <p:sp>
        <p:nvSpPr>
          <p:cNvPr id="12" name="">
            <a:extLst xmlns:a="http://schemas.openxmlformats.org/drawingml/2006/main">
              <a:ext uri="{FF2B5EF4-FFF2-40B4-BE49-F238E27FC236}">
                <a16:creationId xmlns:a16="http://schemas.microsoft.com/office/drawing/2014/main" id="{D44C09B5-58A7-43C8-A3C1-485187D3E635}"/>
              </a:ext>
            </a:extLst>
          </p:cNvPr>
          <p:cNvSpPr>
            <a:spLocks xmlns:a="http://schemas.openxmlformats.org/drawingml/2006/main" noGrp="1"/>
          </p:cNvSpPr>
          <p:nvPr/>
        </p:nvSpPr>
        <p:spPr>
          <a:xfrm xmlns:a="http://schemas.openxmlformats.org/drawingml/2006/main">
            <a:off x="1057275" y="5495925"/>
            <a:ext cx="10287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5A6478"/>
                </a:solidFill>
                <a:latin typeface="Calibri"/>
                <a:ea typeface="Calibri"/>
                <a:cs typeface="Calibri"/>
              </a:defRPr>
            </a:pPr>
            <a:r>
              <a:rPr sz="2025" b="0">
                <a:solidFill>
                  <a:srgbClr val="5A6478"/>
                </a:solidFill>
                <a:latin typeface="Calibri"/>
                <a:ea typeface="Calibri"/>
                <a:cs typeface="Calibri"/>
              </a:rPr>
              <a:t>Parametrizaciones y cierre de postura en San Marino.</a:t>
            </a:r>
          </a:p>
        </p:txBody>
      </p:sp>
      <p:sp>
        <p:nvSpPr>
          <p:cNvPr id="13" name="">
            <a:extLst xmlns:a="http://schemas.openxmlformats.org/drawingml/2006/main">
              <a:ext uri="{FF2B5EF4-FFF2-40B4-BE49-F238E27FC236}">
                <a16:creationId xmlns:a16="http://schemas.microsoft.com/office/drawing/2014/main" id="{415A0356-AF92-482D-B613-7E83401951E4}"/>
              </a:ext>
            </a:extLst>
          </p:cNvPr>
          <p:cNvSpPr>
            <a:spLocks xmlns:a="http://schemas.openxmlformats.org/drawingml/2006/main" noGrp="1"/>
          </p:cNvSpPr>
          <p:nvPr/>
        </p:nvSpPr>
        <p:spPr>
          <a:xfrm xmlns:a="http://schemas.openxmlformats.org/drawingml/2006/main">
            <a:off x="828675" y="5924550"/>
            <a:ext cx="51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5A6478"/>
                </a:solidFill>
                <a:latin typeface="Calibri"/>
                <a:ea typeface="Calibri"/>
                <a:cs typeface="Calibri"/>
              </a:defRPr>
            </a:pPr>
            <a:r>
              <a:rPr sz="1425" b="0">
                <a:solidFill>
                  <a:srgbClr val="5A6478"/>
                </a:solidFill>
                <a:latin typeface="Calibri"/>
                <a:ea typeface="Calibri"/>
                <a:cs typeface="Calibri"/>
              </a:rPr>
              <a:t>06</a:t>
            </a:r>
          </a:p>
        </p:txBody>
      </p:sp>
    </p:spTree>
    <p:extLst>
      <p:ext uri="{BB962C8B-B14F-4D97-AF65-F5344CB8AC3E}">
        <p14:creationId xmlns:p14="http://schemas.microsoft.com/office/powerpoint/2010/main" val="23743168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26" name="Imagen 4"/>
          <p:cNvPicPr>
            <a:picLocks xmlns:a="http://schemas.openxmlformats.org/drawingml/2006/main" noChangeAspect="1"/>
          </p:cNvPicPr>
          <p:nvPr/>
        </p:nvPicPr>
        <p:blipFill>
          <a:blip xmlns:r="http://schemas.openxmlformats.org/officeDocument/2006/relationships" xmlns:a="http://schemas.openxmlformats.org/drawingml/2006/main" r:embed="R734b5690b4eb4b59"/>
          <a:srcRect xmlns:a="http://schemas.openxmlformats.org/drawingml/2006/main" l="0" t="0" r="0" b="0"/>
          <a:stretch xmlns:a="http://schemas.openxmlformats.org/drawingml/2006/main"/>
        </p:blipFill>
        <p:spPr>
          <a:xfrm xmlns:a="http://schemas.openxmlformats.org/drawingml/2006/main">
            <a:off x="2" y="0"/>
            <a:ext cx="12213601" cy="6857999"/>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A40CA62-05D6-4538-99C0-555614994232}"/>
              </a:ext>
            </a:extLst>
          </p:cNvPr>
          <p:cNvSpPr>
            <a:spLocks xmlns:a="http://schemas.openxmlformats.org/drawingml/2006/main" noGrp="1"/>
          </p:cNvSpPr>
          <p:nvPr/>
        </p:nvSpPr>
        <p:spPr>
          <a:xfrm xmlns:a="http://schemas.openxmlformats.org/drawingml/2006/main">
            <a:off x="2571750" y="666750"/>
            <a:ext cx="857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225" b="1">
                <a:solidFill>
                  <a:srgbClr val="091530"/>
                </a:solidFill>
                <a:latin typeface="Calibri"/>
                <a:ea typeface="Calibri"/>
                <a:cs typeface="Calibri"/>
              </a:defRPr>
            </a:pPr>
            <a:r>
              <a:rPr sz="3225" b="1">
                <a:solidFill>
                  <a:srgbClr val="091530"/>
                </a:solidFill>
                <a:latin typeface="Calibri"/>
                <a:ea typeface="Calibri"/>
                <a:cs typeface="Calibri"/>
              </a:rPr>
              <a:t>Flujo de la operación</a:t>
            </a:r>
          </a:p>
        </p:txBody>
      </p:sp>
      <p:sp>
        <p:nvSpPr>
          <p:cNvPr id="5" name="">
            <a:extLst xmlns:a="http://schemas.openxmlformats.org/drawingml/2006/main">
              <a:ext uri="{FF2B5EF4-FFF2-40B4-BE49-F238E27FC236}">
                <a16:creationId xmlns:a16="http://schemas.microsoft.com/office/drawing/2014/main" id="{C3EB57BC-E290-4E40-81B8-5FF5F8EE52D9}"/>
              </a:ext>
            </a:extLst>
          </p:cNvPr>
          <p:cNvSpPr>
            <a:spLocks xmlns:a="http://schemas.openxmlformats.org/drawingml/2006/main" noGrp="1"/>
          </p:cNvSpPr>
          <p:nvPr/>
        </p:nvSpPr>
        <p:spPr>
          <a:xfrm xmlns:a="http://schemas.openxmlformats.org/drawingml/2006/main">
            <a:off x="2609850" y="1504950"/>
            <a:ext cx="8382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5A6478"/>
                </a:solidFill>
                <a:latin typeface="Calibri"/>
                <a:ea typeface="Calibri"/>
                <a:cs typeface="Calibri"/>
              </a:defRPr>
            </a:pPr>
            <a:r>
              <a:rPr sz="1650" b="0">
                <a:solidFill>
                  <a:srgbClr val="5A6478"/>
                </a:solidFill>
                <a:latin typeface="Calibri"/>
                <a:ea typeface="Calibri"/>
                <a:cs typeface="Calibri"/>
              </a:rPr>
              <a:t>Un registro conserva su contexto desde la captura hasta el reporte</a:t>
            </a:r>
          </a:p>
        </p:txBody>
      </p:sp>
      <p:sp>
        <p:nvSpPr>
          <p:cNvPr id="6" name="">
            <a:extLst xmlns:a="http://schemas.openxmlformats.org/drawingml/2006/main">
              <a:ext uri="{FF2B5EF4-FFF2-40B4-BE49-F238E27FC236}">
                <a16:creationId xmlns:a16="http://schemas.microsoft.com/office/drawing/2014/main" id="{88A12593-D223-4353-A0CC-299732C5C58B}"/>
              </a:ext>
            </a:extLst>
          </p:cNvPr>
          <p:cNvSpPr>
            <a:spLocks xmlns:a="http://schemas.openxmlformats.org/drawingml/2006/main" noGrp="1"/>
          </p:cNvSpPr>
          <p:nvPr/>
        </p:nvSpPr>
        <p:spPr>
          <a:xfrm xmlns:a="http://schemas.openxmlformats.org/drawingml/2006/main">
            <a:off x="904875" y="2409825"/>
            <a:ext cx="2286000" cy="1047750"/>
          </a:xfrm>
          <a:prstGeom xmlns:a="http://schemas.openxmlformats.org/drawingml/2006/main" prst="rect">
            <a:avLst/>
          </a:prstGeom>
          <a:solidFill xmlns:a="http://schemas.openxmlformats.org/drawingml/2006/main">
            <a:srgbClr val="F0F4F9"/>
          </a:solidFill>
          <a:ln xmlns:a="http://schemas.openxmlformats.org/drawingml/2006/main" w="9525">
            <a:solidFill>
              <a:srgbClr val="C8D5E8"/>
            </a:solidFill>
          </a:ln>
        </p:spPr>
      </p:sp>
      <p:sp>
        <p:nvSpPr>
          <p:cNvPr id="7" name="">
            <a:extLst xmlns:a="http://schemas.openxmlformats.org/drawingml/2006/main">
              <a:ext uri="{FF2B5EF4-FFF2-40B4-BE49-F238E27FC236}">
                <a16:creationId xmlns:a16="http://schemas.microsoft.com/office/drawing/2014/main" id="{CA1EA154-1C3A-409E-A6AF-56E4E0A6C0A8}"/>
              </a:ext>
            </a:extLst>
          </p:cNvPr>
          <p:cNvSpPr>
            <a:spLocks xmlns:a="http://schemas.openxmlformats.org/drawingml/2006/main" noGrp="1"/>
          </p:cNvSpPr>
          <p:nvPr/>
        </p:nvSpPr>
        <p:spPr>
          <a:xfrm xmlns:a="http://schemas.openxmlformats.org/drawingml/2006/main">
            <a:off x="1038225" y="2543175"/>
            <a:ext cx="20193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091530"/>
                </a:solidFill>
                <a:latin typeface="Calibri"/>
                <a:ea typeface="Calibri"/>
                <a:cs typeface="Calibri"/>
              </a:defRPr>
            </a:pPr>
            <a:r>
              <a:rPr sz="2025" b="1">
                <a:solidFill>
                  <a:srgbClr val="091530"/>
                </a:solidFill>
                <a:latin typeface="Calibri"/>
                <a:ea typeface="Calibri"/>
                <a:cs typeface="Calibri"/>
              </a:rPr>
              <a:t>Ubicar</a:t>
            </a:r>
          </a:p>
          <a:p xmlns:a="http://schemas.openxmlformats.org/drawingml/2006/main">
            <a:pPr algn="l">
              <a:defRPr sz="2025" b="1">
                <a:solidFill>
                  <a:srgbClr val="091530"/>
                </a:solidFill>
                <a:latin typeface="Calibri"/>
                <a:ea typeface="Calibri"/>
                <a:cs typeface="Calibri"/>
              </a:defRPr>
            </a:pPr>
            <a:r>
              <a:rPr sz="2025" b="1">
                <a:solidFill>
                  <a:srgbClr val="091530"/>
                </a:solidFill>
                <a:latin typeface="Calibri"/>
                <a:ea typeface="Calibri"/>
                <a:cs typeface="Calibri"/>
              </a:rPr>
              <a:t>Granja y lote</a:t>
            </a:r>
          </a:p>
        </p:txBody>
      </p:sp>
      <p:sp>
        <p:nvSpPr>
          <p:cNvPr id="8" name="">
            <a:extLst xmlns:a="http://schemas.openxmlformats.org/drawingml/2006/main">
              <a:ext uri="{FF2B5EF4-FFF2-40B4-BE49-F238E27FC236}">
                <a16:creationId xmlns:a16="http://schemas.microsoft.com/office/drawing/2014/main" id="{532B5477-BF34-4F73-99CB-2C2D7155775B}"/>
              </a:ext>
            </a:extLst>
          </p:cNvPr>
          <p:cNvSpPr>
            <a:spLocks xmlns:a="http://schemas.openxmlformats.org/drawingml/2006/main" noGrp="1"/>
          </p:cNvSpPr>
          <p:nvPr/>
        </p:nvSpPr>
        <p:spPr>
          <a:xfrm xmlns:a="http://schemas.openxmlformats.org/drawingml/2006/main">
            <a:off x="3257550" y="2838450"/>
            <a:ext cx="285750" cy="190500"/>
          </a:xfrm>
          <a:prstGeom xmlns:a="http://schemas.openxmlformats.org/drawingml/2006/main" prst="rightArrow">
            <a:avLst/>
          </a:prstGeom>
          <a:solidFill xmlns:a="http://schemas.openxmlformats.org/drawingml/2006/main">
            <a:srgbClr val="ED7D31"/>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D7E47BF-E495-4E98-9D8D-58A313DEBC2D}"/>
              </a:ext>
            </a:extLst>
          </p:cNvPr>
          <p:cNvSpPr>
            <a:spLocks xmlns:a="http://schemas.openxmlformats.org/drawingml/2006/main" noGrp="1"/>
          </p:cNvSpPr>
          <p:nvPr/>
        </p:nvSpPr>
        <p:spPr>
          <a:xfrm xmlns:a="http://schemas.openxmlformats.org/drawingml/2006/main">
            <a:off x="3619500" y="2409825"/>
            <a:ext cx="2286000" cy="1047750"/>
          </a:xfrm>
          <a:prstGeom xmlns:a="http://schemas.openxmlformats.org/drawingml/2006/main" prst="rect">
            <a:avLst/>
          </a:prstGeom>
          <a:solidFill xmlns:a="http://schemas.openxmlformats.org/drawingml/2006/main">
            <a:srgbClr val="F0F4F9"/>
          </a:solidFill>
          <a:ln xmlns:a="http://schemas.openxmlformats.org/drawingml/2006/main" w="9525">
            <a:solidFill>
              <a:srgbClr val="C8D5E8"/>
            </a:solidFill>
          </a:ln>
        </p:spPr>
      </p:sp>
      <p:sp>
        <p:nvSpPr>
          <p:cNvPr id="10" name="">
            <a:extLst xmlns:a="http://schemas.openxmlformats.org/drawingml/2006/main">
              <a:ext uri="{FF2B5EF4-FFF2-40B4-BE49-F238E27FC236}">
                <a16:creationId xmlns:a16="http://schemas.microsoft.com/office/drawing/2014/main" id="{44830B4F-98F0-44D1-9ADD-DC3D2AA32395}"/>
              </a:ext>
            </a:extLst>
          </p:cNvPr>
          <p:cNvSpPr>
            <a:spLocks xmlns:a="http://schemas.openxmlformats.org/drawingml/2006/main" noGrp="1"/>
          </p:cNvSpPr>
          <p:nvPr/>
        </p:nvSpPr>
        <p:spPr>
          <a:xfrm xmlns:a="http://schemas.openxmlformats.org/drawingml/2006/main">
            <a:off x="3752850" y="2543175"/>
            <a:ext cx="20193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091530"/>
                </a:solidFill>
                <a:latin typeface="Calibri"/>
                <a:ea typeface="Calibri"/>
                <a:cs typeface="Calibri"/>
              </a:defRPr>
            </a:pPr>
            <a:r>
              <a:rPr sz="2025" b="1">
                <a:solidFill>
                  <a:srgbClr val="091530"/>
                </a:solidFill>
                <a:latin typeface="Calibri"/>
                <a:ea typeface="Calibri"/>
                <a:cs typeface="Calibri"/>
              </a:rPr>
              <a:t>Capturar</a:t>
            </a:r>
          </a:p>
          <a:p xmlns:a="http://schemas.openxmlformats.org/drawingml/2006/main">
            <a:pPr algn="l">
              <a:defRPr sz="2025" b="1">
                <a:solidFill>
                  <a:srgbClr val="091530"/>
                </a:solidFill>
                <a:latin typeface="Calibri"/>
                <a:ea typeface="Calibri"/>
                <a:cs typeface="Calibri"/>
              </a:defRPr>
            </a:pPr>
            <a:r>
              <a:rPr sz="2025" b="1">
                <a:solidFill>
                  <a:srgbClr val="091530"/>
                </a:solidFill>
                <a:latin typeface="Calibri"/>
                <a:ea typeface="Calibri"/>
                <a:cs typeface="Calibri"/>
              </a:rPr>
              <a:t>Operación diaria</a:t>
            </a:r>
          </a:p>
        </p:txBody>
      </p:sp>
      <p:sp>
        <p:nvSpPr>
          <p:cNvPr id="11" name="">
            <a:extLst xmlns:a="http://schemas.openxmlformats.org/drawingml/2006/main">
              <a:ext uri="{FF2B5EF4-FFF2-40B4-BE49-F238E27FC236}">
                <a16:creationId xmlns:a16="http://schemas.microsoft.com/office/drawing/2014/main" id="{9B46B2DD-DB39-49B7-B1C1-7BE08532AD59}"/>
              </a:ext>
            </a:extLst>
          </p:cNvPr>
          <p:cNvSpPr>
            <a:spLocks xmlns:a="http://schemas.openxmlformats.org/drawingml/2006/main" noGrp="1"/>
          </p:cNvSpPr>
          <p:nvPr/>
        </p:nvSpPr>
        <p:spPr>
          <a:xfrm xmlns:a="http://schemas.openxmlformats.org/drawingml/2006/main">
            <a:off x="5972175" y="2838450"/>
            <a:ext cx="285750" cy="190500"/>
          </a:xfrm>
          <a:prstGeom xmlns:a="http://schemas.openxmlformats.org/drawingml/2006/main" prst="rightArrow">
            <a:avLst/>
          </a:prstGeom>
          <a:solidFill xmlns:a="http://schemas.openxmlformats.org/drawingml/2006/main">
            <a:srgbClr val="ED7D3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11E9473-8D48-41FE-8D81-00ABC5F3B8C2}"/>
              </a:ext>
            </a:extLst>
          </p:cNvPr>
          <p:cNvSpPr>
            <a:spLocks xmlns:a="http://schemas.openxmlformats.org/drawingml/2006/main" noGrp="1"/>
          </p:cNvSpPr>
          <p:nvPr/>
        </p:nvSpPr>
        <p:spPr>
          <a:xfrm xmlns:a="http://schemas.openxmlformats.org/drawingml/2006/main">
            <a:off x="6334125" y="2409825"/>
            <a:ext cx="2286000" cy="1047750"/>
          </a:xfrm>
          <a:prstGeom xmlns:a="http://schemas.openxmlformats.org/drawingml/2006/main" prst="rect">
            <a:avLst/>
          </a:prstGeom>
          <a:solidFill xmlns:a="http://schemas.openxmlformats.org/drawingml/2006/main">
            <a:srgbClr val="F0F4F9"/>
          </a:solidFill>
          <a:ln xmlns:a="http://schemas.openxmlformats.org/drawingml/2006/main" w="9525">
            <a:solidFill>
              <a:srgbClr val="C8D5E8"/>
            </a:solidFill>
          </a:ln>
        </p:spPr>
      </p:sp>
      <p:sp>
        <p:nvSpPr>
          <p:cNvPr id="13" name="">
            <a:extLst xmlns:a="http://schemas.openxmlformats.org/drawingml/2006/main">
              <a:ext uri="{FF2B5EF4-FFF2-40B4-BE49-F238E27FC236}">
                <a16:creationId xmlns:a16="http://schemas.microsoft.com/office/drawing/2014/main" id="{54647E80-D421-408D-ABC3-A1BAF1FA52AC}"/>
              </a:ext>
            </a:extLst>
          </p:cNvPr>
          <p:cNvSpPr>
            <a:spLocks xmlns:a="http://schemas.openxmlformats.org/drawingml/2006/main" noGrp="1"/>
          </p:cNvSpPr>
          <p:nvPr/>
        </p:nvSpPr>
        <p:spPr>
          <a:xfrm xmlns:a="http://schemas.openxmlformats.org/drawingml/2006/main">
            <a:off x="6467475" y="2543175"/>
            <a:ext cx="20193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091530"/>
                </a:solidFill>
                <a:latin typeface="Calibri"/>
                <a:ea typeface="Calibri"/>
                <a:cs typeface="Calibri"/>
              </a:defRPr>
            </a:pPr>
            <a:r>
              <a:rPr sz="2025" b="1">
                <a:solidFill>
                  <a:srgbClr val="091530"/>
                </a:solidFill>
                <a:latin typeface="Calibri"/>
                <a:ea typeface="Calibri"/>
                <a:cs typeface="Calibri"/>
              </a:rPr>
              <a:t>Validar</a:t>
            </a:r>
          </a:p>
          <a:p xmlns:a="http://schemas.openxmlformats.org/drawingml/2006/main">
            <a:pPr algn="l">
              <a:defRPr sz="2025" b="1">
                <a:solidFill>
                  <a:srgbClr val="091530"/>
                </a:solidFill>
                <a:latin typeface="Calibri"/>
                <a:ea typeface="Calibri"/>
                <a:cs typeface="Calibri"/>
              </a:defRPr>
            </a:pPr>
            <a:r>
              <a:rPr sz="2025" b="1">
                <a:solidFill>
                  <a:srgbClr val="091530"/>
                </a:solidFill>
                <a:latin typeface="Calibri"/>
                <a:ea typeface="Calibri"/>
                <a:cs typeface="Calibri"/>
              </a:rPr>
              <a:t>Según el proceso</a:t>
            </a:r>
          </a:p>
        </p:txBody>
      </p:sp>
      <p:sp>
        <p:nvSpPr>
          <p:cNvPr id="14" name="">
            <a:extLst xmlns:a="http://schemas.openxmlformats.org/drawingml/2006/main">
              <a:ext uri="{FF2B5EF4-FFF2-40B4-BE49-F238E27FC236}">
                <a16:creationId xmlns:a16="http://schemas.microsoft.com/office/drawing/2014/main" id="{3BDD32D6-EBAF-4672-9E25-F214698D4C6D}"/>
              </a:ext>
            </a:extLst>
          </p:cNvPr>
          <p:cNvSpPr>
            <a:spLocks xmlns:a="http://schemas.openxmlformats.org/drawingml/2006/main" noGrp="1"/>
          </p:cNvSpPr>
          <p:nvPr/>
        </p:nvSpPr>
        <p:spPr>
          <a:xfrm xmlns:a="http://schemas.openxmlformats.org/drawingml/2006/main">
            <a:off x="8686800" y="2838450"/>
            <a:ext cx="285750" cy="190500"/>
          </a:xfrm>
          <a:prstGeom xmlns:a="http://schemas.openxmlformats.org/drawingml/2006/main" prst="rightArrow">
            <a:avLst/>
          </a:prstGeom>
          <a:solidFill xmlns:a="http://schemas.openxmlformats.org/drawingml/2006/main">
            <a:srgbClr val="ED7D31"/>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6F477C2-C0E8-4733-A65C-01164A7AD71E}"/>
              </a:ext>
            </a:extLst>
          </p:cNvPr>
          <p:cNvSpPr>
            <a:spLocks xmlns:a="http://schemas.openxmlformats.org/drawingml/2006/main" noGrp="1"/>
          </p:cNvSpPr>
          <p:nvPr/>
        </p:nvSpPr>
        <p:spPr>
          <a:xfrm xmlns:a="http://schemas.openxmlformats.org/drawingml/2006/main">
            <a:off x="9048750" y="2409825"/>
            <a:ext cx="2286000" cy="1047750"/>
          </a:xfrm>
          <a:prstGeom xmlns:a="http://schemas.openxmlformats.org/drawingml/2006/main" prst="rect">
            <a:avLst/>
          </a:prstGeom>
          <a:solidFill xmlns:a="http://schemas.openxmlformats.org/drawingml/2006/main">
            <a:srgbClr val="F0F4F9"/>
          </a:solidFill>
          <a:ln xmlns:a="http://schemas.openxmlformats.org/drawingml/2006/main" w="9525">
            <a:solidFill>
              <a:srgbClr val="C8D5E8"/>
            </a:solidFill>
          </a:ln>
        </p:spPr>
      </p:sp>
      <p:sp>
        <p:nvSpPr>
          <p:cNvPr id="16" name="">
            <a:extLst xmlns:a="http://schemas.openxmlformats.org/drawingml/2006/main">
              <a:ext uri="{FF2B5EF4-FFF2-40B4-BE49-F238E27FC236}">
                <a16:creationId xmlns:a16="http://schemas.microsoft.com/office/drawing/2014/main" id="{70482D00-56F9-458D-A92C-027F7803E79B}"/>
              </a:ext>
            </a:extLst>
          </p:cNvPr>
          <p:cNvSpPr>
            <a:spLocks xmlns:a="http://schemas.openxmlformats.org/drawingml/2006/main" noGrp="1"/>
          </p:cNvSpPr>
          <p:nvPr/>
        </p:nvSpPr>
        <p:spPr>
          <a:xfrm xmlns:a="http://schemas.openxmlformats.org/drawingml/2006/main">
            <a:off x="9182100" y="2543175"/>
            <a:ext cx="20193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091530"/>
                </a:solidFill>
                <a:latin typeface="Calibri"/>
                <a:ea typeface="Calibri"/>
                <a:cs typeface="Calibri"/>
              </a:defRPr>
            </a:pPr>
            <a:r>
              <a:rPr sz="2025" b="1">
                <a:solidFill>
                  <a:srgbClr val="091530"/>
                </a:solidFill>
                <a:latin typeface="Calibri"/>
                <a:ea typeface="Calibri"/>
                <a:cs typeface="Calibri"/>
              </a:rPr>
              <a:t>Consultar</a:t>
            </a:r>
          </a:p>
          <a:p xmlns:a="http://schemas.openxmlformats.org/drawingml/2006/main">
            <a:pPr algn="l">
              <a:defRPr sz="2025" b="1">
                <a:solidFill>
                  <a:srgbClr val="091530"/>
                </a:solidFill>
                <a:latin typeface="Calibri"/>
                <a:ea typeface="Calibri"/>
                <a:cs typeface="Calibri"/>
              </a:defRPr>
            </a:pPr>
            <a:r>
              <a:rPr sz="2025" b="1">
                <a:solidFill>
                  <a:srgbClr val="091530"/>
                </a:solidFill>
                <a:latin typeface="Calibri"/>
                <a:ea typeface="Calibri"/>
                <a:cs typeface="Calibri"/>
              </a:rPr>
              <a:t>Resultados</a:t>
            </a:r>
          </a:p>
        </p:txBody>
      </p:sp>
      <p:sp>
        <p:nvSpPr>
          <p:cNvPr id="17" name="">
            <a:extLst xmlns:a="http://schemas.openxmlformats.org/drawingml/2006/main">
              <a:ext uri="{FF2B5EF4-FFF2-40B4-BE49-F238E27FC236}">
                <a16:creationId xmlns:a16="http://schemas.microsoft.com/office/drawing/2014/main" id="{9BF85900-68AE-46BE-9024-E132AEB39F9B}"/>
              </a:ext>
            </a:extLst>
          </p:cNvPr>
          <p:cNvSpPr>
            <a:spLocks xmlns:a="http://schemas.openxmlformats.org/drawingml/2006/main" noGrp="1"/>
          </p:cNvSpPr>
          <p:nvPr/>
        </p:nvSpPr>
        <p:spPr>
          <a:xfrm xmlns:a="http://schemas.openxmlformats.org/drawingml/2006/main">
            <a:off x="971550" y="3857625"/>
            <a:ext cx="4667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1">
                <a:solidFill>
                  <a:srgbClr val="4472C4"/>
                </a:solidFill>
                <a:latin typeface="Calibri"/>
                <a:ea typeface="Calibri"/>
                <a:cs typeface="Calibri"/>
              </a:defRPr>
            </a:pPr>
            <a:r>
              <a:rPr sz="2325" b="1">
                <a:solidFill>
                  <a:srgbClr val="4472C4"/>
                </a:solidFill>
                <a:latin typeface="Calibri"/>
                <a:ea typeface="Calibri"/>
                <a:cs typeface="Calibri"/>
              </a:rPr>
              <a:t>Alimento</a:t>
            </a:r>
          </a:p>
        </p:txBody>
      </p:sp>
      <p:sp>
        <p:nvSpPr>
          <p:cNvPr id="18" name="">
            <a:extLst xmlns:a="http://schemas.openxmlformats.org/drawingml/2006/main">
              <a:ext uri="{FF2B5EF4-FFF2-40B4-BE49-F238E27FC236}">
                <a16:creationId xmlns:a16="http://schemas.microsoft.com/office/drawing/2014/main" id="{54856369-F2C9-4B95-986C-FA40149CDB7C}"/>
              </a:ext>
            </a:extLst>
          </p:cNvPr>
          <p:cNvSpPr>
            <a:spLocks xmlns:a="http://schemas.openxmlformats.org/drawingml/2006/main" noGrp="1"/>
          </p:cNvSpPr>
          <p:nvPr/>
        </p:nvSpPr>
        <p:spPr>
          <a:xfrm xmlns:a="http://schemas.openxmlformats.org/drawingml/2006/main">
            <a:off x="971550" y="4267200"/>
            <a:ext cx="46672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5A6478"/>
                </a:solidFill>
                <a:latin typeface="Calibri"/>
                <a:ea typeface="Calibri"/>
                <a:cs typeface="Calibri"/>
              </a:defRPr>
            </a:pPr>
            <a:r>
              <a:rPr sz="2025" b="0">
                <a:solidFill>
                  <a:srgbClr val="5A6478"/>
                </a:solidFill>
                <a:latin typeface="Calibri"/>
                <a:ea typeface="Calibri"/>
                <a:cs typeface="Calibri"/>
              </a:rPr>
              <a:t>Ingreso y consumo</a:t>
            </a:r>
          </a:p>
        </p:txBody>
      </p:sp>
      <p:sp>
        <p:nvSpPr>
          <p:cNvPr id="19" name="">
            <a:extLst xmlns:a="http://schemas.openxmlformats.org/drawingml/2006/main">
              <a:ext uri="{FF2B5EF4-FFF2-40B4-BE49-F238E27FC236}">
                <a16:creationId xmlns:a16="http://schemas.microsoft.com/office/drawing/2014/main" id="{149C8A9F-D0E6-4C67-B33A-63DF2B57CF30}"/>
              </a:ext>
            </a:extLst>
          </p:cNvPr>
          <p:cNvSpPr>
            <a:spLocks xmlns:a="http://schemas.openxmlformats.org/drawingml/2006/main" noGrp="1"/>
          </p:cNvSpPr>
          <p:nvPr/>
        </p:nvSpPr>
        <p:spPr>
          <a:xfrm xmlns:a="http://schemas.openxmlformats.org/drawingml/2006/main">
            <a:off x="971550" y="4629150"/>
            <a:ext cx="4667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1">
                <a:solidFill>
                  <a:srgbClr val="4472C4"/>
                </a:solidFill>
                <a:latin typeface="Calibri"/>
                <a:ea typeface="Calibri"/>
                <a:cs typeface="Calibri"/>
              </a:defRPr>
            </a:pPr>
            <a:r>
              <a:rPr sz="2325" b="1">
                <a:solidFill>
                  <a:srgbClr val="4472C4"/>
                </a:solidFill>
                <a:latin typeface="Calibri"/>
                <a:ea typeface="Calibri"/>
                <a:cs typeface="Calibri"/>
              </a:rPr>
              <a:t>Aves y huevos</a:t>
            </a:r>
          </a:p>
        </p:txBody>
      </p:sp>
      <p:sp>
        <p:nvSpPr>
          <p:cNvPr id="20" name="">
            <a:extLst xmlns:a="http://schemas.openxmlformats.org/drawingml/2006/main">
              <a:ext uri="{FF2B5EF4-FFF2-40B4-BE49-F238E27FC236}">
                <a16:creationId xmlns:a16="http://schemas.microsoft.com/office/drawing/2014/main" id="{DD7E4434-AA58-497F-9745-4525B3C39809}"/>
              </a:ext>
            </a:extLst>
          </p:cNvPr>
          <p:cNvSpPr>
            <a:spLocks xmlns:a="http://schemas.openxmlformats.org/drawingml/2006/main" noGrp="1"/>
          </p:cNvSpPr>
          <p:nvPr/>
        </p:nvSpPr>
        <p:spPr>
          <a:xfrm xmlns:a="http://schemas.openxmlformats.org/drawingml/2006/main">
            <a:off x="971550" y="5038725"/>
            <a:ext cx="46672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5A6478"/>
                </a:solidFill>
                <a:latin typeface="Calibri"/>
                <a:ea typeface="Calibri"/>
                <a:cs typeface="Calibri"/>
              </a:defRPr>
            </a:pPr>
            <a:r>
              <a:rPr sz="2025" b="0">
                <a:solidFill>
                  <a:srgbClr val="5A6478"/>
                </a:solidFill>
                <a:latin typeface="Calibri"/>
                <a:ea typeface="Calibri"/>
                <a:cs typeface="Calibri"/>
              </a:rPr>
              <a:t>Seguimiento y producción</a:t>
            </a:r>
          </a:p>
        </p:txBody>
      </p:sp>
      <p:sp>
        <p:nvSpPr>
          <p:cNvPr id="21" name="">
            <a:extLst xmlns:a="http://schemas.openxmlformats.org/drawingml/2006/main">
              <a:ext uri="{FF2B5EF4-FFF2-40B4-BE49-F238E27FC236}">
                <a16:creationId xmlns:a16="http://schemas.microsoft.com/office/drawing/2014/main" id="{E259D40E-D65B-44B8-8170-7DCD605839CB}"/>
              </a:ext>
            </a:extLst>
          </p:cNvPr>
          <p:cNvSpPr>
            <a:spLocks xmlns:a="http://schemas.openxmlformats.org/drawingml/2006/main" noGrp="1"/>
          </p:cNvSpPr>
          <p:nvPr/>
        </p:nvSpPr>
        <p:spPr>
          <a:xfrm xmlns:a="http://schemas.openxmlformats.org/drawingml/2006/main">
            <a:off x="6362700" y="3857625"/>
            <a:ext cx="46958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1">
                <a:solidFill>
                  <a:srgbClr val="4472C4"/>
                </a:solidFill>
                <a:latin typeface="Calibri"/>
                <a:ea typeface="Calibri"/>
                <a:cs typeface="Calibri"/>
              </a:defRPr>
            </a:pPr>
            <a:r>
              <a:rPr sz="2325" b="1">
                <a:solidFill>
                  <a:srgbClr val="4472C4"/>
                </a:solidFill>
                <a:latin typeface="Calibri"/>
                <a:ea typeface="Calibri"/>
                <a:cs typeface="Calibri"/>
              </a:rPr>
              <a:t>Novedades</a:t>
            </a:r>
          </a:p>
        </p:txBody>
      </p:sp>
      <p:sp>
        <p:nvSpPr>
          <p:cNvPr id="22" name="">
            <a:extLst xmlns:a="http://schemas.openxmlformats.org/drawingml/2006/main">
              <a:ext uri="{FF2B5EF4-FFF2-40B4-BE49-F238E27FC236}">
                <a16:creationId xmlns:a16="http://schemas.microsoft.com/office/drawing/2014/main" id="{2B37D700-3E9F-4254-915C-DCC4042C36BD}"/>
              </a:ext>
            </a:extLst>
          </p:cNvPr>
          <p:cNvSpPr>
            <a:spLocks xmlns:a="http://schemas.openxmlformats.org/drawingml/2006/main" noGrp="1"/>
          </p:cNvSpPr>
          <p:nvPr/>
        </p:nvSpPr>
        <p:spPr>
          <a:xfrm xmlns:a="http://schemas.openxmlformats.org/drawingml/2006/main">
            <a:off x="6362700" y="4267200"/>
            <a:ext cx="46958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5A6478"/>
                </a:solidFill>
                <a:latin typeface="Calibri"/>
                <a:ea typeface="Calibri"/>
                <a:cs typeface="Calibri"/>
              </a:defRPr>
            </a:pPr>
            <a:r>
              <a:rPr sz="2025" b="0">
                <a:solidFill>
                  <a:srgbClr val="5A6478"/>
                </a:solidFill>
                <a:latin typeface="Calibri"/>
                <a:ea typeface="Calibri"/>
                <a:cs typeface="Calibri"/>
              </a:rPr>
              <a:t>Observaciones del lote</a:t>
            </a:r>
          </a:p>
        </p:txBody>
      </p:sp>
      <p:sp>
        <p:nvSpPr>
          <p:cNvPr id="23" name="">
            <a:extLst xmlns:a="http://schemas.openxmlformats.org/drawingml/2006/main">
              <a:ext uri="{FF2B5EF4-FFF2-40B4-BE49-F238E27FC236}">
                <a16:creationId xmlns:a16="http://schemas.microsoft.com/office/drawing/2014/main" id="{982F0AFB-11C8-4777-BB39-882EF5BA2282}"/>
              </a:ext>
            </a:extLst>
          </p:cNvPr>
          <p:cNvSpPr>
            <a:spLocks xmlns:a="http://schemas.openxmlformats.org/drawingml/2006/main" noGrp="1"/>
          </p:cNvSpPr>
          <p:nvPr/>
        </p:nvSpPr>
        <p:spPr>
          <a:xfrm xmlns:a="http://schemas.openxmlformats.org/drawingml/2006/main">
            <a:off x="6362700" y="4629150"/>
            <a:ext cx="46958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1">
                <a:solidFill>
                  <a:srgbClr val="4472C4"/>
                </a:solidFill>
                <a:latin typeface="Calibri"/>
                <a:ea typeface="Calibri"/>
                <a:cs typeface="Calibri"/>
              </a:defRPr>
            </a:pPr>
            <a:r>
              <a:rPr sz="2325" b="1">
                <a:solidFill>
                  <a:srgbClr val="4472C4"/>
                </a:solidFill>
                <a:latin typeface="Calibri"/>
                <a:ea typeface="Calibri"/>
                <a:cs typeface="Calibri"/>
              </a:rPr>
              <a:t>Resultado</a:t>
            </a:r>
          </a:p>
        </p:txBody>
      </p:sp>
      <p:sp>
        <p:nvSpPr>
          <p:cNvPr id="24" name="">
            <a:extLst xmlns:a="http://schemas.openxmlformats.org/drawingml/2006/main">
              <a:ext uri="{FF2B5EF4-FFF2-40B4-BE49-F238E27FC236}">
                <a16:creationId xmlns:a16="http://schemas.microsoft.com/office/drawing/2014/main" id="{8BADC7F2-99ED-40D2-90AE-DC89609D268D}"/>
              </a:ext>
            </a:extLst>
          </p:cNvPr>
          <p:cNvSpPr>
            <a:spLocks xmlns:a="http://schemas.openxmlformats.org/drawingml/2006/main" noGrp="1"/>
          </p:cNvSpPr>
          <p:nvPr/>
        </p:nvSpPr>
        <p:spPr>
          <a:xfrm xmlns:a="http://schemas.openxmlformats.org/drawingml/2006/main">
            <a:off x="6362700" y="5038725"/>
            <a:ext cx="46958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5A6478"/>
                </a:solidFill>
                <a:latin typeface="Calibri"/>
                <a:ea typeface="Calibri"/>
                <a:cs typeface="Calibri"/>
              </a:defRPr>
            </a:pPr>
            <a:r>
              <a:rPr sz="2025" b="0">
                <a:solidFill>
                  <a:srgbClr val="5A6478"/>
                </a:solidFill>
                <a:latin typeface="Calibri"/>
                <a:ea typeface="Calibri"/>
                <a:cs typeface="Calibri"/>
              </a:rPr>
              <a:t>Existencias, indicadores y reportes</a:t>
            </a:r>
          </a:p>
        </p:txBody>
      </p:sp>
      <p:sp>
        <p:nvSpPr>
          <p:cNvPr id="25" name="">
            <a:extLst xmlns:a="http://schemas.openxmlformats.org/drawingml/2006/main">
              <a:ext uri="{FF2B5EF4-FFF2-40B4-BE49-F238E27FC236}">
                <a16:creationId xmlns:a16="http://schemas.microsoft.com/office/drawing/2014/main" id="{8BFCDD61-27DF-4EC2-9DBE-9204C3E85601}"/>
              </a:ext>
            </a:extLst>
          </p:cNvPr>
          <p:cNvSpPr>
            <a:spLocks xmlns:a="http://schemas.openxmlformats.org/drawingml/2006/main" noGrp="1"/>
          </p:cNvSpPr>
          <p:nvPr/>
        </p:nvSpPr>
        <p:spPr>
          <a:xfrm xmlns:a="http://schemas.openxmlformats.org/drawingml/2006/main">
            <a:off x="828675" y="5924550"/>
            <a:ext cx="51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5A6478"/>
                </a:solidFill>
                <a:latin typeface="Calibri"/>
                <a:ea typeface="Calibri"/>
                <a:cs typeface="Calibri"/>
              </a:defRPr>
            </a:pPr>
            <a:r>
              <a:rPr sz="1425" b="0">
                <a:solidFill>
                  <a:srgbClr val="5A6478"/>
                </a:solidFill>
                <a:latin typeface="Calibri"/>
                <a:ea typeface="Calibri"/>
                <a:cs typeface="Calibri"/>
              </a:rPr>
              <a:t>07</a:t>
            </a:r>
          </a:p>
        </p:txBody>
      </p:sp>
    </p:spTree>
    <p:extLst>
      <p:ext uri="{BB962C8B-B14F-4D97-AF65-F5344CB8AC3E}">
        <p14:creationId xmlns:p14="http://schemas.microsoft.com/office/powerpoint/2010/main" val="187013649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15" name="Imagen 4"/>
          <p:cNvPicPr>
            <a:picLocks xmlns:a="http://schemas.openxmlformats.org/drawingml/2006/main" noChangeAspect="1"/>
          </p:cNvPicPr>
          <p:nvPr/>
        </p:nvPicPr>
        <p:blipFill>
          <a:blip xmlns:r="http://schemas.openxmlformats.org/officeDocument/2006/relationships" xmlns:a="http://schemas.openxmlformats.org/drawingml/2006/main" r:embed="Rbbe5c3c5c0294f1e"/>
          <a:srcRect xmlns:a="http://schemas.openxmlformats.org/drawingml/2006/main" l="0" t="0" r="0" b="0"/>
          <a:stretch xmlns:a="http://schemas.openxmlformats.org/drawingml/2006/main"/>
        </p:blipFill>
        <p:spPr>
          <a:xfrm xmlns:a="http://schemas.openxmlformats.org/drawingml/2006/main">
            <a:off x="2" y="0"/>
            <a:ext cx="12213601" cy="6857999"/>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AA50DC7-2591-4B21-A308-6421DFA379D3}"/>
              </a:ext>
            </a:extLst>
          </p:cNvPr>
          <p:cNvSpPr>
            <a:spLocks xmlns:a="http://schemas.openxmlformats.org/drawingml/2006/main" noGrp="1"/>
          </p:cNvSpPr>
          <p:nvPr/>
        </p:nvSpPr>
        <p:spPr>
          <a:xfrm xmlns:a="http://schemas.openxmlformats.org/drawingml/2006/main">
            <a:off x="2571750" y="666750"/>
            <a:ext cx="857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225" b="1">
                <a:solidFill>
                  <a:srgbClr val="091530"/>
                </a:solidFill>
                <a:latin typeface="Calibri"/>
                <a:ea typeface="Calibri"/>
                <a:cs typeface="Calibri"/>
              </a:defRPr>
            </a:pPr>
            <a:r>
              <a:rPr sz="3225" b="1">
                <a:solidFill>
                  <a:srgbClr val="091530"/>
                </a:solidFill>
                <a:latin typeface="Calibri"/>
                <a:ea typeface="Calibri"/>
                <a:cs typeface="Calibri"/>
              </a:rPr>
              <a:t>Lenguajes y tecnologías</a:t>
            </a:r>
          </a:p>
        </p:txBody>
      </p:sp>
      <p:sp>
        <p:nvSpPr>
          <p:cNvPr id="5" name="">
            <a:extLst xmlns:a="http://schemas.openxmlformats.org/drawingml/2006/main">
              <a:ext uri="{FF2B5EF4-FFF2-40B4-BE49-F238E27FC236}">
                <a16:creationId xmlns:a16="http://schemas.microsoft.com/office/drawing/2014/main" id="{5C55C8DB-1D94-42DB-A47A-9819703983D3}"/>
              </a:ext>
            </a:extLst>
          </p:cNvPr>
          <p:cNvSpPr>
            <a:spLocks xmlns:a="http://schemas.openxmlformats.org/drawingml/2006/main" noGrp="1"/>
          </p:cNvSpPr>
          <p:nvPr/>
        </p:nvSpPr>
        <p:spPr>
          <a:xfrm xmlns:a="http://schemas.openxmlformats.org/drawingml/2006/main">
            <a:off x="2609850" y="1504950"/>
            <a:ext cx="8382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5A6478"/>
                </a:solidFill>
                <a:latin typeface="Calibri"/>
                <a:ea typeface="Calibri"/>
                <a:cs typeface="Calibri"/>
              </a:defRPr>
            </a:pPr>
            <a:r>
              <a:rPr sz="1650" b="0">
                <a:solidFill>
                  <a:srgbClr val="5A6478"/>
                </a:solidFill>
                <a:latin typeface="Calibri"/>
                <a:ea typeface="Calibri"/>
                <a:cs typeface="Calibri"/>
              </a:rPr>
              <a:t>Herramientas que utiliza la solución</a:t>
            </a:r>
          </a:p>
        </p:txBody>
      </p:sp>
      <p:sp>
        <p:nvSpPr>
          <p:cNvPr id="6" name="">
            <a:extLst xmlns:a="http://schemas.openxmlformats.org/drawingml/2006/main">
              <a:ext uri="{FF2B5EF4-FFF2-40B4-BE49-F238E27FC236}">
                <a16:creationId xmlns:a16="http://schemas.microsoft.com/office/drawing/2014/main" id="{5A89A2D5-F71E-4D64-B38B-AB6D780C2B64}"/>
              </a:ext>
            </a:extLst>
          </p:cNvPr>
          <p:cNvSpPr>
            <a:spLocks xmlns:a="http://schemas.openxmlformats.org/drawingml/2006/main" noGrp="1"/>
          </p:cNvSpPr>
          <p:nvPr/>
        </p:nvSpPr>
        <p:spPr>
          <a:xfrm xmlns:a="http://schemas.openxmlformats.org/drawingml/2006/main">
            <a:off x="981075" y="2343150"/>
            <a:ext cx="4762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1">
                <a:solidFill>
                  <a:srgbClr val="4472C4"/>
                </a:solidFill>
                <a:latin typeface="Calibri"/>
                <a:ea typeface="Calibri"/>
                <a:cs typeface="Calibri"/>
              </a:defRPr>
            </a:pPr>
            <a:r>
              <a:rPr sz="2325" b="1">
                <a:solidFill>
                  <a:srgbClr val="4472C4"/>
                </a:solidFill>
                <a:latin typeface="Calibri"/>
                <a:ea typeface="Calibri"/>
                <a:cs typeface="Calibri"/>
              </a:rPr>
              <a:t>Web</a:t>
            </a:r>
          </a:p>
        </p:txBody>
      </p:sp>
      <p:sp>
        <p:nvSpPr>
          <p:cNvPr id="7" name="">
            <a:extLst xmlns:a="http://schemas.openxmlformats.org/drawingml/2006/main">
              <a:ext uri="{FF2B5EF4-FFF2-40B4-BE49-F238E27FC236}">
                <a16:creationId xmlns:a16="http://schemas.microsoft.com/office/drawing/2014/main" id="{8082A2D9-774F-424F-9359-13FE82F44DC7}"/>
              </a:ext>
            </a:extLst>
          </p:cNvPr>
          <p:cNvSpPr>
            <a:spLocks xmlns:a="http://schemas.openxmlformats.org/drawingml/2006/main" noGrp="1"/>
          </p:cNvSpPr>
          <p:nvPr/>
        </p:nvSpPr>
        <p:spPr>
          <a:xfrm xmlns:a="http://schemas.openxmlformats.org/drawingml/2006/main">
            <a:off x="981075" y="2752725"/>
            <a:ext cx="4762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5A6478"/>
                </a:solidFill>
                <a:latin typeface="Calibri"/>
                <a:ea typeface="Calibri"/>
                <a:cs typeface="Calibri"/>
              </a:defRPr>
            </a:pPr>
            <a:r>
              <a:rPr sz="2025" b="0">
                <a:solidFill>
                  <a:srgbClr val="5A6478"/>
                </a:solidFill>
                <a:latin typeface="Calibri"/>
                <a:ea typeface="Calibri"/>
                <a:cs typeface="Calibri"/>
              </a:rPr>
              <a:t>TypeScript 6, HTML y SCSS</a:t>
            </a:r>
          </a:p>
          <a:p xmlns:a="http://schemas.openxmlformats.org/drawingml/2006/main">
            <a:pPr algn="l">
              <a:defRPr sz="2025" b="0">
                <a:solidFill>
                  <a:srgbClr val="5A6478"/>
                </a:solidFill>
                <a:latin typeface="Calibri"/>
                <a:ea typeface="Calibri"/>
                <a:cs typeface="Calibri"/>
              </a:defRPr>
            </a:pPr>
            <a:r>
              <a:rPr sz="2025" b="0">
                <a:solidFill>
                  <a:srgbClr val="5A6478"/>
                </a:solidFill>
                <a:latin typeface="Calibri"/>
                <a:ea typeface="Calibri"/>
                <a:cs typeface="Calibri"/>
              </a:rPr>
              <a:t>Angular 22, RxJS y Tailwind 3</a:t>
            </a:r>
          </a:p>
        </p:txBody>
      </p:sp>
      <p:sp>
        <p:nvSpPr>
          <p:cNvPr id="8" name="">
            <a:extLst xmlns:a="http://schemas.openxmlformats.org/drawingml/2006/main">
              <a:ext uri="{FF2B5EF4-FFF2-40B4-BE49-F238E27FC236}">
                <a16:creationId xmlns:a16="http://schemas.microsoft.com/office/drawing/2014/main" id="{855BD357-9573-444C-A484-DB181F9184BF}"/>
              </a:ext>
            </a:extLst>
          </p:cNvPr>
          <p:cNvSpPr>
            <a:spLocks xmlns:a="http://schemas.openxmlformats.org/drawingml/2006/main" noGrp="1"/>
          </p:cNvSpPr>
          <p:nvPr/>
        </p:nvSpPr>
        <p:spPr>
          <a:xfrm xmlns:a="http://schemas.openxmlformats.org/drawingml/2006/main">
            <a:off x="981075" y="3829050"/>
            <a:ext cx="4762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1">
                <a:solidFill>
                  <a:srgbClr val="4472C4"/>
                </a:solidFill>
                <a:latin typeface="Calibri"/>
                <a:ea typeface="Calibri"/>
                <a:cs typeface="Calibri"/>
              </a:defRPr>
            </a:pPr>
            <a:r>
              <a:rPr sz="2325" b="1">
                <a:solidFill>
                  <a:srgbClr val="4472C4"/>
                </a:solidFill>
                <a:latin typeface="Calibri"/>
                <a:ea typeface="Calibri"/>
                <a:cs typeface="Calibri"/>
              </a:rPr>
              <a:t>Backend</a:t>
            </a:r>
          </a:p>
        </p:txBody>
      </p:sp>
      <p:sp>
        <p:nvSpPr>
          <p:cNvPr id="9" name="">
            <a:extLst xmlns:a="http://schemas.openxmlformats.org/drawingml/2006/main">
              <a:ext uri="{FF2B5EF4-FFF2-40B4-BE49-F238E27FC236}">
                <a16:creationId xmlns:a16="http://schemas.microsoft.com/office/drawing/2014/main" id="{D3278C10-B489-4FD0-A30A-D717AB813DBC}"/>
              </a:ext>
            </a:extLst>
          </p:cNvPr>
          <p:cNvSpPr>
            <a:spLocks xmlns:a="http://schemas.openxmlformats.org/drawingml/2006/main" noGrp="1"/>
          </p:cNvSpPr>
          <p:nvPr/>
        </p:nvSpPr>
        <p:spPr>
          <a:xfrm xmlns:a="http://schemas.openxmlformats.org/drawingml/2006/main">
            <a:off x="981075" y="4238625"/>
            <a:ext cx="4762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5A6478"/>
                </a:solidFill>
                <a:latin typeface="Calibri"/>
                <a:ea typeface="Calibri"/>
                <a:cs typeface="Calibri"/>
              </a:defRPr>
            </a:pPr>
            <a:r>
              <a:rPr sz="2025" b="0">
                <a:solidFill>
                  <a:srgbClr val="5A6478"/>
                </a:solidFill>
                <a:latin typeface="Calibri"/>
                <a:ea typeface="Calibri"/>
                <a:cs typeface="Calibri"/>
              </a:rPr>
              <a:t>C# / ASP.NET Core .NET 10</a:t>
            </a:r>
          </a:p>
          <a:p xmlns:a="http://schemas.openxmlformats.org/drawingml/2006/main">
            <a:pPr algn="l">
              <a:defRPr sz="2025" b="0">
                <a:solidFill>
                  <a:srgbClr val="5A6478"/>
                </a:solidFill>
                <a:latin typeface="Calibri"/>
                <a:ea typeface="Calibri"/>
                <a:cs typeface="Calibri"/>
              </a:defRPr>
            </a:pPr>
            <a:r>
              <a:rPr sz="2025" b="0">
                <a:solidFill>
                  <a:srgbClr val="5A6478"/>
                </a:solidFill>
                <a:latin typeface="Calibri"/>
                <a:ea typeface="Calibri"/>
                <a:cs typeface="Calibri"/>
              </a:rPr>
              <a:t>API REST, JWT y FluentValidation</a:t>
            </a:r>
          </a:p>
        </p:txBody>
      </p:sp>
      <p:sp>
        <p:nvSpPr>
          <p:cNvPr id="10" name="">
            <a:extLst xmlns:a="http://schemas.openxmlformats.org/drawingml/2006/main">
              <a:ext uri="{FF2B5EF4-FFF2-40B4-BE49-F238E27FC236}">
                <a16:creationId xmlns:a16="http://schemas.microsoft.com/office/drawing/2014/main" id="{9E2C5016-FA11-471A-AD9A-3702E52E2DB5}"/>
              </a:ext>
            </a:extLst>
          </p:cNvPr>
          <p:cNvSpPr>
            <a:spLocks xmlns:a="http://schemas.openxmlformats.org/drawingml/2006/main" noGrp="1"/>
          </p:cNvSpPr>
          <p:nvPr/>
        </p:nvSpPr>
        <p:spPr>
          <a:xfrm xmlns:a="http://schemas.openxmlformats.org/drawingml/2006/main">
            <a:off x="6296025" y="2343150"/>
            <a:ext cx="49244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1">
                <a:solidFill>
                  <a:srgbClr val="4472C4"/>
                </a:solidFill>
                <a:latin typeface="Calibri"/>
                <a:ea typeface="Calibri"/>
                <a:cs typeface="Calibri"/>
              </a:defRPr>
            </a:pPr>
            <a:r>
              <a:rPr sz="2325" b="1">
                <a:solidFill>
                  <a:srgbClr val="4472C4"/>
                </a:solidFill>
                <a:latin typeface="Calibri"/>
                <a:ea typeface="Calibri"/>
                <a:cs typeface="Calibri"/>
              </a:rPr>
              <a:t>Datos</a:t>
            </a:r>
          </a:p>
        </p:txBody>
      </p:sp>
      <p:sp>
        <p:nvSpPr>
          <p:cNvPr id="11" name="">
            <a:extLst xmlns:a="http://schemas.openxmlformats.org/drawingml/2006/main">
              <a:ext uri="{FF2B5EF4-FFF2-40B4-BE49-F238E27FC236}">
                <a16:creationId xmlns:a16="http://schemas.microsoft.com/office/drawing/2014/main" id="{22E60E6E-F47D-421B-B5D7-2B037F5C35B3}"/>
              </a:ext>
            </a:extLst>
          </p:cNvPr>
          <p:cNvSpPr>
            <a:spLocks xmlns:a="http://schemas.openxmlformats.org/drawingml/2006/main" noGrp="1"/>
          </p:cNvSpPr>
          <p:nvPr/>
        </p:nvSpPr>
        <p:spPr>
          <a:xfrm xmlns:a="http://schemas.openxmlformats.org/drawingml/2006/main">
            <a:off x="6296025" y="2752725"/>
            <a:ext cx="49244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5A6478"/>
                </a:solidFill>
                <a:latin typeface="Calibri"/>
                <a:ea typeface="Calibri"/>
                <a:cs typeface="Calibri"/>
              </a:defRPr>
            </a:pPr>
            <a:r>
              <a:rPr sz="2025" b="0">
                <a:solidFill>
                  <a:srgbClr val="5A6478"/>
                </a:solidFill>
                <a:latin typeface="Calibri"/>
                <a:ea typeface="Calibri"/>
                <a:cs typeface="Calibri"/>
              </a:rPr>
              <a:t>SQL / PostgreSQL</a:t>
            </a:r>
          </a:p>
          <a:p xmlns:a="http://schemas.openxmlformats.org/drawingml/2006/main">
            <a:pPr algn="l">
              <a:defRPr sz="2025" b="0">
                <a:solidFill>
                  <a:srgbClr val="5A6478"/>
                </a:solidFill>
                <a:latin typeface="Calibri"/>
                <a:ea typeface="Calibri"/>
                <a:cs typeface="Calibri"/>
              </a:defRPr>
            </a:pPr>
            <a:r>
              <a:rPr sz="2025" b="0">
                <a:solidFill>
                  <a:srgbClr val="5A6478"/>
                </a:solidFill>
                <a:latin typeface="Calibri"/>
                <a:ea typeface="Calibri"/>
                <a:cs typeface="Calibri"/>
              </a:rPr>
              <a:t>EF Core 10 y Npgsql</a:t>
            </a:r>
          </a:p>
        </p:txBody>
      </p:sp>
      <p:sp>
        <p:nvSpPr>
          <p:cNvPr id="12" name="">
            <a:extLst xmlns:a="http://schemas.openxmlformats.org/drawingml/2006/main">
              <a:ext uri="{FF2B5EF4-FFF2-40B4-BE49-F238E27FC236}">
                <a16:creationId xmlns:a16="http://schemas.microsoft.com/office/drawing/2014/main" id="{35ADD549-4708-4F33-9D13-322ED353446A}"/>
              </a:ext>
            </a:extLst>
          </p:cNvPr>
          <p:cNvSpPr>
            <a:spLocks xmlns:a="http://schemas.openxmlformats.org/drawingml/2006/main" noGrp="1"/>
          </p:cNvSpPr>
          <p:nvPr/>
        </p:nvSpPr>
        <p:spPr>
          <a:xfrm xmlns:a="http://schemas.openxmlformats.org/drawingml/2006/main">
            <a:off x="6296025" y="3829050"/>
            <a:ext cx="49244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1">
                <a:solidFill>
                  <a:srgbClr val="4472C4"/>
                </a:solidFill>
                <a:latin typeface="Calibri"/>
                <a:ea typeface="Calibri"/>
                <a:cs typeface="Calibri"/>
              </a:defRPr>
            </a:pPr>
            <a:r>
              <a:rPr sz="2325" b="1">
                <a:solidFill>
                  <a:srgbClr val="4472C4"/>
                </a:solidFill>
                <a:latin typeface="Calibri"/>
                <a:ea typeface="Calibri"/>
                <a:cs typeface="Calibri"/>
              </a:rPr>
              <a:t>Móvil en desarrollo</a:t>
            </a:r>
          </a:p>
        </p:txBody>
      </p:sp>
      <p:sp>
        <p:nvSpPr>
          <p:cNvPr id="13" name="">
            <a:extLst xmlns:a="http://schemas.openxmlformats.org/drawingml/2006/main">
              <a:ext uri="{FF2B5EF4-FFF2-40B4-BE49-F238E27FC236}">
                <a16:creationId xmlns:a16="http://schemas.microsoft.com/office/drawing/2014/main" id="{81B67E04-0508-4467-829F-99937824AE8D}"/>
              </a:ext>
            </a:extLst>
          </p:cNvPr>
          <p:cNvSpPr>
            <a:spLocks xmlns:a="http://schemas.openxmlformats.org/drawingml/2006/main" noGrp="1"/>
          </p:cNvSpPr>
          <p:nvPr/>
        </p:nvSpPr>
        <p:spPr>
          <a:xfrm xmlns:a="http://schemas.openxmlformats.org/drawingml/2006/main">
            <a:off x="6296025" y="4238625"/>
            <a:ext cx="49244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5A6478"/>
                </a:solidFill>
                <a:latin typeface="Calibri"/>
                <a:ea typeface="Calibri"/>
                <a:cs typeface="Calibri"/>
              </a:defRPr>
            </a:pPr>
            <a:r>
              <a:rPr sz="2025" b="0">
                <a:solidFill>
                  <a:srgbClr val="5A6478"/>
                </a:solidFill>
                <a:latin typeface="Calibri"/>
                <a:ea typeface="Calibri"/>
                <a:cs typeface="Calibri"/>
              </a:rPr>
              <a:t>Dart / Flutter</a:t>
            </a:r>
          </a:p>
          <a:p xmlns:a="http://schemas.openxmlformats.org/drawingml/2006/main">
            <a:pPr algn="l">
              <a:defRPr sz="2025" b="0">
                <a:solidFill>
                  <a:srgbClr val="5A6478"/>
                </a:solidFill>
                <a:latin typeface="Calibri"/>
                <a:ea typeface="Calibri"/>
                <a:cs typeface="Calibri"/>
              </a:defRPr>
            </a:pPr>
            <a:r>
              <a:rPr sz="2025" b="0">
                <a:solidFill>
                  <a:srgbClr val="5A6478"/>
                </a:solidFill>
                <a:latin typeface="Calibri"/>
                <a:ea typeface="Calibri"/>
                <a:cs typeface="Calibri"/>
              </a:rPr>
              <a:t>SQLite local y sincronización HTTP</a:t>
            </a:r>
          </a:p>
        </p:txBody>
      </p:sp>
      <p:sp>
        <p:nvSpPr>
          <p:cNvPr id="14" name="">
            <a:extLst xmlns:a="http://schemas.openxmlformats.org/drawingml/2006/main">
              <a:ext uri="{FF2B5EF4-FFF2-40B4-BE49-F238E27FC236}">
                <a16:creationId xmlns:a16="http://schemas.microsoft.com/office/drawing/2014/main" id="{C7F7FA6A-4635-4889-9B59-3BDD4200065A}"/>
              </a:ext>
            </a:extLst>
          </p:cNvPr>
          <p:cNvSpPr>
            <a:spLocks xmlns:a="http://schemas.openxmlformats.org/drawingml/2006/main" noGrp="1"/>
          </p:cNvSpPr>
          <p:nvPr/>
        </p:nvSpPr>
        <p:spPr>
          <a:xfrm xmlns:a="http://schemas.openxmlformats.org/drawingml/2006/main">
            <a:off x="828675" y="5924550"/>
            <a:ext cx="51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5A6478"/>
                </a:solidFill>
                <a:latin typeface="Calibri"/>
                <a:ea typeface="Calibri"/>
                <a:cs typeface="Calibri"/>
              </a:defRPr>
            </a:pPr>
            <a:r>
              <a:rPr sz="1425" b="0">
                <a:solidFill>
                  <a:srgbClr val="5A6478"/>
                </a:solidFill>
                <a:latin typeface="Calibri"/>
                <a:ea typeface="Calibri"/>
                <a:cs typeface="Calibri"/>
              </a:rPr>
              <a:t>08</a:t>
            </a:r>
          </a:p>
        </p:txBody>
      </p:sp>
    </p:spTree>
    <p:extLst>
      <p:ext uri="{BB962C8B-B14F-4D97-AF65-F5344CB8AC3E}">
        <p14:creationId xmlns:p14="http://schemas.microsoft.com/office/powerpoint/2010/main" val="1870136499"/>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23" name="Imagen 4"/>
          <p:cNvPicPr>
            <a:picLocks xmlns:a="http://schemas.openxmlformats.org/drawingml/2006/main" noChangeAspect="1"/>
          </p:cNvPicPr>
          <p:nvPr/>
        </p:nvPicPr>
        <p:blipFill>
          <a:blip xmlns:r="http://schemas.openxmlformats.org/officeDocument/2006/relationships" xmlns:a="http://schemas.openxmlformats.org/drawingml/2006/main" r:embed="Ra2b977d9d8f14327"/>
          <a:srcRect xmlns:a="http://schemas.openxmlformats.org/drawingml/2006/main" l="0" t="0" r="0" b="0"/>
          <a:stretch xmlns:a="http://schemas.openxmlformats.org/drawingml/2006/main"/>
        </p:blipFill>
        <p:spPr>
          <a:xfrm xmlns:a="http://schemas.openxmlformats.org/drawingml/2006/main">
            <a:off x="2" y="0"/>
            <a:ext cx="12213601" cy="6857999"/>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F2A4F55-0568-4946-A82C-BF6D7C0BDE83}"/>
              </a:ext>
            </a:extLst>
          </p:cNvPr>
          <p:cNvSpPr>
            <a:spLocks xmlns:a="http://schemas.openxmlformats.org/drawingml/2006/main" noGrp="1"/>
          </p:cNvSpPr>
          <p:nvPr/>
        </p:nvSpPr>
        <p:spPr>
          <a:xfrm xmlns:a="http://schemas.openxmlformats.org/drawingml/2006/main">
            <a:off x="2571750" y="666750"/>
            <a:ext cx="857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225" b="1">
                <a:solidFill>
                  <a:srgbClr val="091530"/>
                </a:solidFill>
                <a:latin typeface="Calibri"/>
                <a:ea typeface="Calibri"/>
                <a:cs typeface="Calibri"/>
              </a:defRPr>
            </a:pPr>
            <a:r>
              <a:rPr sz="3225" b="1">
                <a:solidFill>
                  <a:srgbClr val="091530"/>
                </a:solidFill>
                <a:latin typeface="Calibri"/>
                <a:ea typeface="Calibri"/>
                <a:cs typeface="Calibri"/>
              </a:rPr>
              <a:t>Arquitectura de desarrollo</a:t>
            </a:r>
          </a:p>
        </p:txBody>
      </p:sp>
      <p:sp>
        <p:nvSpPr>
          <p:cNvPr id="5" name="">
            <a:extLst xmlns:a="http://schemas.openxmlformats.org/drawingml/2006/main">
              <a:ext uri="{FF2B5EF4-FFF2-40B4-BE49-F238E27FC236}">
                <a16:creationId xmlns:a16="http://schemas.microsoft.com/office/drawing/2014/main" id="{240227AC-4903-4021-9A43-C65AD1480216}"/>
              </a:ext>
            </a:extLst>
          </p:cNvPr>
          <p:cNvSpPr>
            <a:spLocks xmlns:a="http://schemas.openxmlformats.org/drawingml/2006/main" noGrp="1"/>
          </p:cNvSpPr>
          <p:nvPr/>
        </p:nvSpPr>
        <p:spPr>
          <a:xfrm xmlns:a="http://schemas.openxmlformats.org/drawingml/2006/main">
            <a:off x="2609850" y="1504950"/>
            <a:ext cx="8382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5A6478"/>
                </a:solidFill>
                <a:latin typeface="Calibri"/>
                <a:ea typeface="Calibri"/>
                <a:cs typeface="Calibri"/>
              </a:defRPr>
            </a:pPr>
            <a:r>
              <a:rPr sz="1650" b="0">
                <a:solidFill>
                  <a:srgbClr val="5A6478"/>
                </a:solidFill>
                <a:latin typeface="Calibri"/>
                <a:ea typeface="Calibri"/>
                <a:cs typeface="Calibri"/>
              </a:rPr>
              <a:t>Clean Architecture: responsabilidades separadas</a:t>
            </a:r>
          </a:p>
        </p:txBody>
      </p:sp>
      <p:sp>
        <p:nvSpPr>
          <p:cNvPr id="6" name="">
            <a:extLst xmlns:a="http://schemas.openxmlformats.org/drawingml/2006/main">
              <a:ext uri="{FF2B5EF4-FFF2-40B4-BE49-F238E27FC236}">
                <a16:creationId xmlns:a16="http://schemas.microsoft.com/office/drawing/2014/main" id="{157861A7-1E91-4ABC-818B-DF142BB90324}"/>
              </a:ext>
            </a:extLst>
          </p:cNvPr>
          <p:cNvSpPr>
            <a:spLocks xmlns:a="http://schemas.openxmlformats.org/drawingml/2006/main" noGrp="1"/>
          </p:cNvSpPr>
          <p:nvPr/>
        </p:nvSpPr>
        <p:spPr>
          <a:xfrm xmlns:a="http://schemas.openxmlformats.org/drawingml/2006/main">
            <a:off x="933450" y="2324100"/>
            <a:ext cx="2400300" cy="971550"/>
          </a:xfrm>
          <a:prstGeom xmlns:a="http://schemas.openxmlformats.org/drawingml/2006/main" prst="rect">
            <a:avLst/>
          </a:prstGeom>
          <a:solidFill xmlns:a="http://schemas.openxmlformats.org/drawingml/2006/main">
            <a:srgbClr val="F0F4F9"/>
          </a:solidFill>
          <a:ln xmlns:a="http://schemas.openxmlformats.org/drawingml/2006/main" w="9525">
            <a:solidFill>
              <a:srgbClr val="C8D5E8"/>
            </a:solidFill>
          </a:ln>
        </p:spPr>
      </p:sp>
      <p:sp>
        <p:nvSpPr>
          <p:cNvPr id="7" name="">
            <a:extLst xmlns:a="http://schemas.openxmlformats.org/drawingml/2006/main">
              <a:ext uri="{FF2B5EF4-FFF2-40B4-BE49-F238E27FC236}">
                <a16:creationId xmlns:a16="http://schemas.microsoft.com/office/drawing/2014/main" id="{3D5A377C-22DE-47FF-9756-12690F7910B6}"/>
              </a:ext>
            </a:extLst>
          </p:cNvPr>
          <p:cNvSpPr>
            <a:spLocks xmlns:a="http://schemas.openxmlformats.org/drawingml/2006/main" noGrp="1"/>
          </p:cNvSpPr>
          <p:nvPr/>
        </p:nvSpPr>
        <p:spPr>
          <a:xfrm xmlns:a="http://schemas.openxmlformats.org/drawingml/2006/main">
            <a:off x="1066800" y="2457450"/>
            <a:ext cx="2133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091530"/>
                </a:solidFill>
                <a:latin typeface="Calibri"/>
                <a:ea typeface="Calibri"/>
                <a:cs typeface="Calibri"/>
              </a:defRPr>
            </a:pPr>
            <a:r>
              <a:rPr sz="2025" b="1">
                <a:solidFill>
                  <a:srgbClr val="091530"/>
                </a:solidFill>
                <a:latin typeface="Calibri"/>
                <a:ea typeface="Calibri"/>
                <a:cs typeface="Calibri"/>
              </a:rPr>
              <a:t>API</a:t>
            </a:r>
          </a:p>
          <a:p xmlns:a="http://schemas.openxmlformats.org/drawingml/2006/main">
            <a:pPr algn="l">
              <a:defRPr sz="2025" b="1">
                <a:solidFill>
                  <a:srgbClr val="091530"/>
                </a:solidFill>
                <a:latin typeface="Calibri"/>
                <a:ea typeface="Calibri"/>
                <a:cs typeface="Calibri"/>
              </a:defRPr>
            </a:pPr>
            <a:r>
              <a:rPr sz="2025" b="1">
                <a:solidFill>
                  <a:srgbClr val="091530"/>
                </a:solidFill>
                <a:latin typeface="Calibri"/>
                <a:ea typeface="Calibri"/>
                <a:cs typeface="Calibri"/>
              </a:rPr>
              <a:t>HTTP y permisos</a:t>
            </a:r>
          </a:p>
        </p:txBody>
      </p:sp>
      <p:sp>
        <p:nvSpPr>
          <p:cNvPr id="8" name="">
            <a:extLst xmlns:a="http://schemas.openxmlformats.org/drawingml/2006/main">
              <a:ext uri="{FF2B5EF4-FFF2-40B4-BE49-F238E27FC236}">
                <a16:creationId xmlns:a16="http://schemas.microsoft.com/office/drawing/2014/main" id="{253ED1CD-9014-48E8-8032-E22CEA0DF13D}"/>
              </a:ext>
            </a:extLst>
          </p:cNvPr>
          <p:cNvSpPr>
            <a:spLocks xmlns:a="http://schemas.openxmlformats.org/drawingml/2006/main" noGrp="1"/>
          </p:cNvSpPr>
          <p:nvPr/>
        </p:nvSpPr>
        <p:spPr>
          <a:xfrm xmlns:a="http://schemas.openxmlformats.org/drawingml/2006/main">
            <a:off x="4238625" y="2324100"/>
            <a:ext cx="2667000" cy="971550"/>
          </a:xfrm>
          <a:prstGeom xmlns:a="http://schemas.openxmlformats.org/drawingml/2006/main" prst="rect">
            <a:avLst/>
          </a:prstGeom>
          <a:solidFill xmlns:a="http://schemas.openxmlformats.org/drawingml/2006/main">
            <a:srgbClr val="F0F4F9"/>
          </a:solidFill>
          <a:ln xmlns:a="http://schemas.openxmlformats.org/drawingml/2006/main" w="9525">
            <a:solidFill>
              <a:srgbClr val="C8D5E8"/>
            </a:solidFill>
          </a:ln>
        </p:spPr>
      </p:sp>
      <p:sp>
        <p:nvSpPr>
          <p:cNvPr id="9" name="">
            <a:extLst xmlns:a="http://schemas.openxmlformats.org/drawingml/2006/main">
              <a:ext uri="{FF2B5EF4-FFF2-40B4-BE49-F238E27FC236}">
                <a16:creationId xmlns:a16="http://schemas.microsoft.com/office/drawing/2014/main" id="{0E3824F6-120D-47EB-8E9A-06025BC115C1}"/>
              </a:ext>
            </a:extLst>
          </p:cNvPr>
          <p:cNvSpPr>
            <a:spLocks xmlns:a="http://schemas.openxmlformats.org/drawingml/2006/main" noGrp="1"/>
          </p:cNvSpPr>
          <p:nvPr/>
        </p:nvSpPr>
        <p:spPr>
          <a:xfrm xmlns:a="http://schemas.openxmlformats.org/drawingml/2006/main">
            <a:off x="4371975" y="2457450"/>
            <a:ext cx="24003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091530"/>
                </a:solidFill>
                <a:latin typeface="Calibri"/>
                <a:ea typeface="Calibri"/>
                <a:cs typeface="Calibri"/>
              </a:defRPr>
            </a:pPr>
            <a:r>
              <a:rPr sz="2025" b="1">
                <a:solidFill>
                  <a:srgbClr val="091530"/>
                </a:solidFill>
                <a:latin typeface="Calibri"/>
                <a:ea typeface="Calibri"/>
                <a:cs typeface="Calibri"/>
              </a:rPr>
              <a:t>Application</a:t>
            </a:r>
          </a:p>
          <a:p xmlns:a="http://schemas.openxmlformats.org/drawingml/2006/main">
            <a:pPr algn="l">
              <a:defRPr sz="2025" b="1">
                <a:solidFill>
                  <a:srgbClr val="091530"/>
                </a:solidFill>
                <a:latin typeface="Calibri"/>
                <a:ea typeface="Calibri"/>
                <a:cs typeface="Calibri"/>
              </a:defRPr>
            </a:pPr>
            <a:r>
              <a:rPr sz="2025" b="1">
                <a:solidFill>
                  <a:srgbClr val="091530"/>
                </a:solidFill>
                <a:latin typeface="Calibri"/>
                <a:ea typeface="Calibri"/>
                <a:cs typeface="Calibri"/>
              </a:rPr>
              <a:t>Casos de uso</a:t>
            </a:r>
          </a:p>
        </p:txBody>
      </p:sp>
      <p:sp>
        <p:nvSpPr>
          <p:cNvPr id="10" name="">
            <a:extLst xmlns:a="http://schemas.openxmlformats.org/drawingml/2006/main">
              <a:ext uri="{FF2B5EF4-FFF2-40B4-BE49-F238E27FC236}">
                <a16:creationId xmlns:a16="http://schemas.microsoft.com/office/drawing/2014/main" id="{8FA65282-23A8-44E9-87A1-B676A62924B4}"/>
              </a:ext>
            </a:extLst>
          </p:cNvPr>
          <p:cNvSpPr>
            <a:spLocks xmlns:a="http://schemas.openxmlformats.org/drawingml/2006/main" noGrp="1"/>
          </p:cNvSpPr>
          <p:nvPr/>
        </p:nvSpPr>
        <p:spPr>
          <a:xfrm xmlns:a="http://schemas.openxmlformats.org/drawingml/2006/main">
            <a:off x="7810500" y="2324100"/>
            <a:ext cx="3400425" cy="971550"/>
          </a:xfrm>
          <a:prstGeom xmlns:a="http://schemas.openxmlformats.org/drawingml/2006/main" prst="rect">
            <a:avLst/>
          </a:prstGeom>
          <a:solidFill xmlns:a="http://schemas.openxmlformats.org/drawingml/2006/main">
            <a:srgbClr val="F0F4F9"/>
          </a:solidFill>
          <a:ln xmlns:a="http://schemas.openxmlformats.org/drawingml/2006/main" w="9525">
            <a:solidFill>
              <a:srgbClr val="C8D5E8"/>
            </a:solidFill>
          </a:ln>
        </p:spPr>
      </p:sp>
      <p:sp>
        <p:nvSpPr>
          <p:cNvPr id="11" name="">
            <a:extLst xmlns:a="http://schemas.openxmlformats.org/drawingml/2006/main">
              <a:ext uri="{FF2B5EF4-FFF2-40B4-BE49-F238E27FC236}">
                <a16:creationId xmlns:a16="http://schemas.microsoft.com/office/drawing/2014/main" id="{E5DB4934-2834-477A-9106-10F2863A48F4}"/>
              </a:ext>
            </a:extLst>
          </p:cNvPr>
          <p:cNvSpPr>
            <a:spLocks xmlns:a="http://schemas.openxmlformats.org/drawingml/2006/main" noGrp="1"/>
          </p:cNvSpPr>
          <p:nvPr/>
        </p:nvSpPr>
        <p:spPr>
          <a:xfrm xmlns:a="http://schemas.openxmlformats.org/drawingml/2006/main">
            <a:off x="7943850" y="2457450"/>
            <a:ext cx="31337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091530"/>
                </a:solidFill>
                <a:latin typeface="Calibri"/>
                <a:ea typeface="Calibri"/>
                <a:cs typeface="Calibri"/>
              </a:defRPr>
            </a:pPr>
            <a:r>
              <a:rPr sz="2025" b="1">
                <a:solidFill>
                  <a:srgbClr val="091530"/>
                </a:solidFill>
                <a:latin typeface="Calibri"/>
                <a:ea typeface="Calibri"/>
                <a:cs typeface="Calibri"/>
              </a:rPr>
              <a:t>Domain</a:t>
            </a:r>
          </a:p>
          <a:p xmlns:a="http://schemas.openxmlformats.org/drawingml/2006/main">
            <a:pPr algn="l">
              <a:defRPr sz="2025" b="1">
                <a:solidFill>
                  <a:srgbClr val="091530"/>
                </a:solidFill>
                <a:latin typeface="Calibri"/>
                <a:ea typeface="Calibri"/>
                <a:cs typeface="Calibri"/>
              </a:defRPr>
            </a:pPr>
            <a:r>
              <a:rPr sz="2025" b="1">
                <a:solidFill>
                  <a:srgbClr val="091530"/>
                </a:solidFill>
                <a:latin typeface="Calibri"/>
                <a:ea typeface="Calibri"/>
                <a:cs typeface="Calibri"/>
              </a:rPr>
              <a:t>Entidades y reglas</a:t>
            </a:r>
          </a:p>
        </p:txBody>
      </p:sp>
      <p:sp>
        <p:nvSpPr>
          <p:cNvPr id="12" name="">
            <a:extLst xmlns:a="http://schemas.openxmlformats.org/drawingml/2006/main">
              <a:ext uri="{FF2B5EF4-FFF2-40B4-BE49-F238E27FC236}">
                <a16:creationId xmlns:a16="http://schemas.microsoft.com/office/drawing/2014/main" id="{719AC6F5-468E-4AE9-9234-2820C9F4E86D}"/>
              </a:ext>
            </a:extLst>
          </p:cNvPr>
          <p:cNvSpPr>
            <a:spLocks xmlns:a="http://schemas.openxmlformats.org/drawingml/2006/main" noGrp="1"/>
          </p:cNvSpPr>
          <p:nvPr/>
        </p:nvSpPr>
        <p:spPr>
          <a:xfrm xmlns:a="http://schemas.openxmlformats.org/drawingml/2006/main">
            <a:off x="3476625" y="2714625"/>
            <a:ext cx="571500" cy="190500"/>
          </a:xfrm>
          <a:prstGeom xmlns:a="http://schemas.openxmlformats.org/drawingml/2006/main" prst="rightArrow">
            <a:avLst/>
          </a:prstGeom>
          <a:solidFill xmlns:a="http://schemas.openxmlformats.org/drawingml/2006/main">
            <a:srgbClr val="ED7D31"/>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BFC7E83-627A-490A-9E82-6892918B5B77}"/>
              </a:ext>
            </a:extLst>
          </p:cNvPr>
          <p:cNvSpPr>
            <a:spLocks xmlns:a="http://schemas.openxmlformats.org/drawingml/2006/main" noGrp="1"/>
          </p:cNvSpPr>
          <p:nvPr/>
        </p:nvSpPr>
        <p:spPr>
          <a:xfrm xmlns:a="http://schemas.openxmlformats.org/drawingml/2006/main">
            <a:off x="7067550" y="2714625"/>
            <a:ext cx="571500" cy="190500"/>
          </a:xfrm>
          <a:prstGeom xmlns:a="http://schemas.openxmlformats.org/drawingml/2006/main" prst="rightArrow">
            <a:avLst/>
          </a:prstGeom>
          <a:solidFill xmlns:a="http://schemas.openxmlformats.org/drawingml/2006/main">
            <a:srgbClr val="ED7D31"/>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BDB4AB3-B687-4F65-8D6D-4BD37E4FCCB7}"/>
              </a:ext>
            </a:extLst>
          </p:cNvPr>
          <p:cNvSpPr>
            <a:spLocks xmlns:a="http://schemas.openxmlformats.org/drawingml/2006/main" noGrp="1"/>
          </p:cNvSpPr>
          <p:nvPr/>
        </p:nvSpPr>
        <p:spPr>
          <a:xfrm xmlns:a="http://schemas.openxmlformats.org/drawingml/2006/main">
            <a:off x="4238625" y="4286250"/>
            <a:ext cx="2667000" cy="1000125"/>
          </a:xfrm>
          <a:prstGeom xmlns:a="http://schemas.openxmlformats.org/drawingml/2006/main" prst="rect">
            <a:avLst/>
          </a:prstGeom>
          <a:solidFill xmlns:a="http://schemas.openxmlformats.org/drawingml/2006/main">
            <a:srgbClr val="F0F4F9"/>
          </a:solidFill>
          <a:ln xmlns:a="http://schemas.openxmlformats.org/drawingml/2006/main" w="9525">
            <a:solidFill>
              <a:srgbClr val="C8D5E8"/>
            </a:solidFill>
          </a:ln>
        </p:spPr>
      </p:sp>
      <p:sp>
        <p:nvSpPr>
          <p:cNvPr id="15" name="">
            <a:extLst xmlns:a="http://schemas.openxmlformats.org/drawingml/2006/main">
              <a:ext uri="{FF2B5EF4-FFF2-40B4-BE49-F238E27FC236}">
                <a16:creationId xmlns:a16="http://schemas.microsoft.com/office/drawing/2014/main" id="{E51E2EA3-DF6A-4B51-BE69-619C49D0CD04}"/>
              </a:ext>
            </a:extLst>
          </p:cNvPr>
          <p:cNvSpPr>
            <a:spLocks xmlns:a="http://schemas.openxmlformats.org/drawingml/2006/main" noGrp="1"/>
          </p:cNvSpPr>
          <p:nvPr/>
        </p:nvSpPr>
        <p:spPr>
          <a:xfrm xmlns:a="http://schemas.openxmlformats.org/drawingml/2006/main">
            <a:off x="4371975" y="4419600"/>
            <a:ext cx="24003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091530"/>
                </a:solidFill>
                <a:latin typeface="Calibri"/>
                <a:ea typeface="Calibri"/>
                <a:cs typeface="Calibri"/>
              </a:defRPr>
            </a:pPr>
            <a:r>
              <a:rPr sz="2025" b="1">
                <a:solidFill>
                  <a:srgbClr val="091530"/>
                </a:solidFill>
                <a:latin typeface="Calibri"/>
                <a:ea typeface="Calibri"/>
                <a:cs typeface="Calibri"/>
              </a:rPr>
              <a:t>Infrastructure</a:t>
            </a:r>
          </a:p>
          <a:p xmlns:a="http://schemas.openxmlformats.org/drawingml/2006/main">
            <a:pPr algn="l">
              <a:defRPr sz="2025" b="1">
                <a:solidFill>
                  <a:srgbClr val="091530"/>
                </a:solidFill>
                <a:latin typeface="Calibri"/>
                <a:ea typeface="Calibri"/>
                <a:cs typeface="Calibri"/>
              </a:defRPr>
            </a:pPr>
            <a:r>
              <a:rPr sz="2025" b="1">
                <a:solidFill>
                  <a:srgbClr val="091530"/>
                </a:solidFill>
                <a:latin typeface="Calibri"/>
                <a:ea typeface="Calibri"/>
                <a:cs typeface="Calibri"/>
              </a:rPr>
              <a:t>EF Core y servicios</a:t>
            </a:r>
          </a:p>
        </p:txBody>
      </p:sp>
      <p:sp>
        <p:nvSpPr>
          <p:cNvPr id="16" name="">
            <a:extLst xmlns:a="http://schemas.openxmlformats.org/drawingml/2006/main">
              <a:ext uri="{FF2B5EF4-FFF2-40B4-BE49-F238E27FC236}">
                <a16:creationId xmlns:a16="http://schemas.microsoft.com/office/drawing/2014/main" id="{3EAE807B-A31E-47D8-AF18-F4190A264180}"/>
              </a:ext>
            </a:extLst>
          </p:cNvPr>
          <p:cNvSpPr>
            <a:spLocks xmlns:a="http://schemas.openxmlformats.org/drawingml/2006/main" noGrp="1"/>
          </p:cNvSpPr>
          <p:nvPr/>
        </p:nvSpPr>
        <p:spPr>
          <a:xfrm xmlns:a="http://schemas.openxmlformats.org/drawingml/2006/main">
            <a:off x="7810500" y="4286250"/>
            <a:ext cx="3400425" cy="1000125"/>
          </a:xfrm>
          <a:prstGeom xmlns:a="http://schemas.openxmlformats.org/drawingml/2006/main" prst="rect">
            <a:avLst/>
          </a:prstGeom>
          <a:solidFill xmlns:a="http://schemas.openxmlformats.org/drawingml/2006/main">
            <a:srgbClr val="F0F4F9"/>
          </a:solidFill>
          <a:ln xmlns:a="http://schemas.openxmlformats.org/drawingml/2006/main" w="9525">
            <a:solidFill>
              <a:srgbClr val="C8D5E8"/>
            </a:solidFill>
          </a:ln>
        </p:spPr>
      </p:sp>
      <p:sp>
        <p:nvSpPr>
          <p:cNvPr id="17" name="">
            <a:extLst xmlns:a="http://schemas.openxmlformats.org/drawingml/2006/main">
              <a:ext uri="{FF2B5EF4-FFF2-40B4-BE49-F238E27FC236}">
                <a16:creationId xmlns:a16="http://schemas.microsoft.com/office/drawing/2014/main" id="{61C2E12E-ED77-4C7A-B07F-A1D5D66106FB}"/>
              </a:ext>
            </a:extLst>
          </p:cNvPr>
          <p:cNvSpPr>
            <a:spLocks xmlns:a="http://schemas.openxmlformats.org/drawingml/2006/main" noGrp="1"/>
          </p:cNvSpPr>
          <p:nvPr/>
        </p:nvSpPr>
        <p:spPr>
          <a:xfrm xmlns:a="http://schemas.openxmlformats.org/drawingml/2006/main">
            <a:off x="7943850" y="4419600"/>
            <a:ext cx="31337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091530"/>
                </a:solidFill>
                <a:latin typeface="Calibri"/>
                <a:ea typeface="Calibri"/>
                <a:cs typeface="Calibri"/>
              </a:defRPr>
            </a:pPr>
            <a:r>
              <a:rPr sz="2025" b="1">
                <a:solidFill>
                  <a:srgbClr val="091530"/>
                </a:solidFill>
                <a:latin typeface="Calibri"/>
                <a:ea typeface="Calibri"/>
                <a:cs typeface="Calibri"/>
              </a:rPr>
              <a:t>PostgreSQL</a:t>
            </a:r>
          </a:p>
          <a:p xmlns:a="http://schemas.openxmlformats.org/drawingml/2006/main">
            <a:pPr algn="l">
              <a:defRPr sz="2025" b="1">
                <a:solidFill>
                  <a:srgbClr val="091530"/>
                </a:solidFill>
                <a:latin typeface="Calibri"/>
                <a:ea typeface="Calibri"/>
                <a:cs typeface="Calibri"/>
              </a:defRPr>
            </a:pPr>
            <a:r>
              <a:rPr sz="2025" b="1">
                <a:solidFill>
                  <a:srgbClr val="091530"/>
                </a:solidFill>
                <a:latin typeface="Calibri"/>
                <a:ea typeface="Calibri"/>
                <a:cs typeface="Calibri"/>
              </a:rPr>
              <a:t>Persistencia</a:t>
            </a:r>
          </a:p>
        </p:txBody>
      </p:sp>
      <p:sp>
        <p:nvSpPr>
          <p:cNvPr id="18" name="">
            <a:extLst xmlns:a="http://schemas.openxmlformats.org/drawingml/2006/main">
              <a:ext uri="{FF2B5EF4-FFF2-40B4-BE49-F238E27FC236}">
                <a16:creationId xmlns:a16="http://schemas.microsoft.com/office/drawing/2014/main" id="{E7438698-9915-4AA4-A64B-01100578D359}"/>
              </a:ext>
            </a:extLst>
          </p:cNvPr>
          <p:cNvSpPr>
            <a:spLocks xmlns:a="http://schemas.openxmlformats.org/drawingml/2006/main" noGrp="1"/>
          </p:cNvSpPr>
          <p:nvPr/>
        </p:nvSpPr>
        <p:spPr>
          <a:xfrm xmlns:a="http://schemas.openxmlformats.org/drawingml/2006/main">
            <a:off x="5476875" y="3467100"/>
            <a:ext cx="209550" cy="647700"/>
          </a:xfrm>
          <a:prstGeom xmlns:a="http://schemas.openxmlformats.org/drawingml/2006/main" prst="upArrow">
            <a:avLst/>
          </a:prstGeom>
          <a:solidFill xmlns:a="http://schemas.openxmlformats.org/drawingml/2006/main">
            <a:srgbClr val="ED7D31"/>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D2F3687-116D-4489-B3F2-765D2CE036C5}"/>
              </a:ext>
            </a:extLst>
          </p:cNvPr>
          <p:cNvSpPr>
            <a:spLocks xmlns:a="http://schemas.openxmlformats.org/drawingml/2006/main" noGrp="1"/>
          </p:cNvSpPr>
          <p:nvPr/>
        </p:nvSpPr>
        <p:spPr>
          <a:xfrm xmlns:a="http://schemas.openxmlformats.org/drawingml/2006/main">
            <a:off x="7067550" y="4657725"/>
            <a:ext cx="571500" cy="190500"/>
          </a:xfrm>
          <a:prstGeom xmlns:a="http://schemas.openxmlformats.org/drawingml/2006/main" prst="rightArrow">
            <a:avLst/>
          </a:prstGeom>
          <a:solidFill xmlns:a="http://schemas.openxmlformats.org/drawingml/2006/main">
            <a:srgbClr val="ED7D31"/>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736691DE-B68D-4757-8DFF-0AE5C25060AC}"/>
              </a:ext>
            </a:extLst>
          </p:cNvPr>
          <p:cNvSpPr>
            <a:spLocks xmlns:a="http://schemas.openxmlformats.org/drawingml/2006/main" noGrp="1"/>
          </p:cNvSpPr>
          <p:nvPr/>
        </p:nvSpPr>
        <p:spPr>
          <a:xfrm xmlns:a="http://schemas.openxmlformats.org/drawingml/2006/main">
            <a:off x="2705100" y="4267200"/>
            <a:ext cx="1524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0">
                <a:solidFill>
                  <a:srgbClr val="5A6478"/>
                </a:solidFill>
                <a:latin typeface="Calibri"/>
                <a:ea typeface="Calibri"/>
                <a:cs typeface="Calibri"/>
              </a:defRPr>
            </a:pPr>
            <a:r>
              <a:rPr sz="1800" b="0">
                <a:solidFill>
                  <a:srgbClr val="5A6478"/>
                </a:solidFill>
                <a:latin typeface="Calibri"/>
                <a:ea typeface="Calibri"/>
                <a:cs typeface="Calibri"/>
              </a:rPr>
              <a:t>Implementa</a:t>
            </a:r>
          </a:p>
          <a:p xmlns:a="http://schemas.openxmlformats.org/drawingml/2006/main">
            <a:pPr algn="l">
              <a:defRPr sz="1800" b="0">
                <a:solidFill>
                  <a:srgbClr val="5A6478"/>
                </a:solidFill>
                <a:latin typeface="Calibri"/>
                <a:ea typeface="Calibri"/>
                <a:cs typeface="Calibri"/>
              </a:defRPr>
            </a:pPr>
            <a:r>
              <a:rPr sz="1800" b="0">
                <a:solidFill>
                  <a:srgbClr val="5A6478"/>
                </a:solidFill>
                <a:latin typeface="Calibri"/>
                <a:ea typeface="Calibri"/>
                <a:cs typeface="Calibri"/>
              </a:rPr>
              <a:t>contratos</a:t>
            </a:r>
          </a:p>
        </p:txBody>
      </p:sp>
      <p:sp>
        <p:nvSpPr>
          <p:cNvPr id="21" name="">
            <a:extLst xmlns:a="http://schemas.openxmlformats.org/drawingml/2006/main">
              <a:ext uri="{FF2B5EF4-FFF2-40B4-BE49-F238E27FC236}">
                <a16:creationId xmlns:a16="http://schemas.microsoft.com/office/drawing/2014/main" id="{FC194DDC-D227-4EF2-8171-6017FD712C93}"/>
              </a:ext>
            </a:extLst>
          </p:cNvPr>
          <p:cNvSpPr>
            <a:spLocks xmlns:a="http://schemas.openxmlformats.org/drawingml/2006/main" noGrp="1"/>
          </p:cNvSpPr>
          <p:nvPr/>
        </p:nvSpPr>
        <p:spPr>
          <a:xfrm xmlns:a="http://schemas.openxmlformats.org/drawingml/2006/main">
            <a:off x="962025" y="5572125"/>
            <a:ext cx="904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1">
                <a:solidFill>
                  <a:srgbClr val="091530"/>
                </a:solidFill>
                <a:latin typeface="Calibri"/>
                <a:ea typeface="Calibri"/>
                <a:cs typeface="Calibri"/>
              </a:defRPr>
            </a:pPr>
            <a:r>
              <a:rPr sz="1950" b="1">
                <a:solidFill>
                  <a:srgbClr val="091530"/>
                </a:solidFill>
                <a:latin typeface="Calibri"/>
                <a:ea typeface="Calibri"/>
                <a:cs typeface="Calibri"/>
              </a:rPr>
              <a:t>El dominio permanece independiente de la base de datos.</a:t>
            </a:r>
          </a:p>
        </p:txBody>
      </p:sp>
      <p:sp>
        <p:nvSpPr>
          <p:cNvPr id="22" name="">
            <a:extLst xmlns:a="http://schemas.openxmlformats.org/drawingml/2006/main">
              <a:ext uri="{FF2B5EF4-FFF2-40B4-BE49-F238E27FC236}">
                <a16:creationId xmlns:a16="http://schemas.microsoft.com/office/drawing/2014/main" id="{2982EDA1-8441-43AE-9DD9-DEA049F554BB}"/>
              </a:ext>
            </a:extLst>
          </p:cNvPr>
          <p:cNvSpPr>
            <a:spLocks xmlns:a="http://schemas.openxmlformats.org/drawingml/2006/main" noGrp="1"/>
          </p:cNvSpPr>
          <p:nvPr/>
        </p:nvSpPr>
        <p:spPr>
          <a:xfrm xmlns:a="http://schemas.openxmlformats.org/drawingml/2006/main">
            <a:off x="828675" y="5924550"/>
            <a:ext cx="51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5A6478"/>
                </a:solidFill>
                <a:latin typeface="Calibri"/>
                <a:ea typeface="Calibri"/>
                <a:cs typeface="Calibri"/>
              </a:defRPr>
            </a:pPr>
            <a:r>
              <a:rPr sz="1425" b="0">
                <a:solidFill>
                  <a:srgbClr val="5A6478"/>
                </a:solidFill>
                <a:latin typeface="Calibri"/>
                <a:ea typeface="Calibri"/>
                <a:cs typeface="Calibri"/>
              </a:rPr>
              <a:t>09</a:t>
            </a:r>
          </a:p>
        </p:txBody>
      </p:sp>
    </p:spTree>
    <p:extLst>
      <p:ext uri="{BB962C8B-B14F-4D97-AF65-F5344CB8AC3E}">
        <p14:creationId xmlns:p14="http://schemas.microsoft.com/office/powerpoint/2010/main" val="1870136499"/>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30" name="Imagen 4"/>
          <p:cNvPicPr>
            <a:picLocks xmlns:a="http://schemas.openxmlformats.org/drawingml/2006/main" noChangeAspect="1"/>
          </p:cNvPicPr>
          <p:nvPr/>
        </p:nvPicPr>
        <p:blipFill>
          <a:blip xmlns:r="http://schemas.openxmlformats.org/officeDocument/2006/relationships" xmlns:a="http://schemas.openxmlformats.org/drawingml/2006/main" r:embed="Rc0d027e3b90947c6"/>
          <a:srcRect xmlns:a="http://schemas.openxmlformats.org/drawingml/2006/main" l="0" t="0" r="0" b="0"/>
          <a:stretch xmlns:a="http://schemas.openxmlformats.org/drawingml/2006/main"/>
        </p:blipFill>
        <p:spPr>
          <a:xfrm xmlns:a="http://schemas.openxmlformats.org/drawingml/2006/main">
            <a:off x="2" y="0"/>
            <a:ext cx="12213601" cy="6857999"/>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9D386DF-C508-43AA-AB36-9DBB0833B9FE}"/>
              </a:ext>
            </a:extLst>
          </p:cNvPr>
          <p:cNvSpPr>
            <a:spLocks xmlns:a="http://schemas.openxmlformats.org/drawingml/2006/main" noGrp="1"/>
          </p:cNvSpPr>
          <p:nvPr/>
        </p:nvSpPr>
        <p:spPr>
          <a:xfrm xmlns:a="http://schemas.openxmlformats.org/drawingml/2006/main">
            <a:off x="2571750" y="666750"/>
            <a:ext cx="857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225" b="1">
                <a:solidFill>
                  <a:srgbClr val="091530"/>
                </a:solidFill>
                <a:latin typeface="Calibri"/>
                <a:ea typeface="Calibri"/>
                <a:cs typeface="Calibri"/>
              </a:defRPr>
            </a:pPr>
            <a:r>
              <a:rPr sz="3225" b="1">
                <a:solidFill>
                  <a:srgbClr val="091530"/>
                </a:solidFill>
                <a:latin typeface="Calibri"/>
                <a:ea typeface="Calibri"/>
                <a:cs typeface="Calibri"/>
              </a:rPr>
              <a:t>Arquitectura de despliegue AWS</a:t>
            </a:r>
          </a:p>
        </p:txBody>
      </p:sp>
      <p:sp>
        <p:nvSpPr>
          <p:cNvPr id="5" name="">
            <a:extLst xmlns:a="http://schemas.openxmlformats.org/drawingml/2006/main">
              <a:ext uri="{FF2B5EF4-FFF2-40B4-BE49-F238E27FC236}">
                <a16:creationId xmlns:a16="http://schemas.microsoft.com/office/drawing/2014/main" id="{03004A14-AC80-4DD0-B419-981FFA98BD8B}"/>
              </a:ext>
            </a:extLst>
          </p:cNvPr>
          <p:cNvSpPr>
            <a:spLocks xmlns:a="http://schemas.openxmlformats.org/drawingml/2006/main" noGrp="1"/>
          </p:cNvSpPr>
          <p:nvPr/>
        </p:nvSpPr>
        <p:spPr>
          <a:xfrm xmlns:a="http://schemas.openxmlformats.org/drawingml/2006/main">
            <a:off x="2609850" y="1504950"/>
            <a:ext cx="8382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5A6478"/>
                </a:solidFill>
                <a:latin typeface="Calibri"/>
                <a:ea typeface="Calibri"/>
                <a:cs typeface="Calibri"/>
              </a:defRPr>
            </a:pPr>
            <a:r>
              <a:rPr sz="1650" b="0">
                <a:solidFill>
                  <a:srgbClr val="5A6478"/>
                </a:solidFill>
                <a:latin typeface="Calibri"/>
                <a:ea typeface="Calibri"/>
                <a:cs typeface="Calibri"/>
              </a:rPr>
              <a:t>Frontend y backend en servicios ECS separados</a:t>
            </a:r>
          </a:p>
        </p:txBody>
      </p:sp>
      <p:sp>
        <p:nvSpPr>
          <p:cNvPr id="6" name="">
            <a:extLst xmlns:a="http://schemas.openxmlformats.org/drawingml/2006/main">
              <a:ext uri="{FF2B5EF4-FFF2-40B4-BE49-F238E27FC236}">
                <a16:creationId xmlns:a16="http://schemas.microsoft.com/office/drawing/2014/main" id="{0A1D6709-27EB-4D64-B394-3B902A4F671B}"/>
              </a:ext>
            </a:extLst>
          </p:cNvPr>
          <p:cNvSpPr>
            <a:spLocks xmlns:a="http://schemas.openxmlformats.org/drawingml/2006/main" noGrp="1"/>
          </p:cNvSpPr>
          <p:nvPr/>
        </p:nvSpPr>
        <p:spPr>
          <a:xfrm xmlns:a="http://schemas.openxmlformats.org/drawingml/2006/main">
            <a:off x="3524250" y="2047875"/>
            <a:ext cx="4714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1">
                <a:solidFill>
                  <a:srgbClr val="4472C4"/>
                </a:solidFill>
                <a:latin typeface="Calibri"/>
                <a:ea typeface="Calibri"/>
                <a:cs typeface="Calibri"/>
              </a:defRPr>
            </a:pPr>
            <a:r>
              <a:rPr sz="1875" b="1">
                <a:solidFill>
                  <a:srgbClr val="4472C4"/>
                </a:solidFill>
                <a:latin typeface="Calibri"/>
                <a:ea typeface="Calibri"/>
                <a:cs typeface="Calibri"/>
              </a:rPr>
              <a:t>AWS us-east-2</a:t>
            </a:r>
          </a:p>
        </p:txBody>
      </p:sp>
      <p:sp>
        <p:nvSpPr>
          <p:cNvPr id="7" name="">
            <a:extLst xmlns:a="http://schemas.openxmlformats.org/drawingml/2006/main">
              <a:ext uri="{FF2B5EF4-FFF2-40B4-BE49-F238E27FC236}">
                <a16:creationId xmlns:a16="http://schemas.microsoft.com/office/drawing/2014/main" id="{AAED7485-73B1-4688-9662-09790A78A80A}"/>
              </a:ext>
            </a:extLst>
          </p:cNvPr>
          <p:cNvSpPr>
            <a:spLocks xmlns:a="http://schemas.openxmlformats.org/drawingml/2006/main" noGrp="1"/>
          </p:cNvSpPr>
          <p:nvPr/>
        </p:nvSpPr>
        <p:spPr>
          <a:xfrm xmlns:a="http://schemas.openxmlformats.org/drawingml/2006/main">
            <a:off x="9229725" y="2047875"/>
            <a:ext cx="2419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1">
                <a:solidFill>
                  <a:srgbClr val="4472C4"/>
                </a:solidFill>
                <a:latin typeface="Calibri"/>
                <a:ea typeface="Calibri"/>
                <a:cs typeface="Calibri"/>
              </a:defRPr>
            </a:pPr>
            <a:r>
              <a:rPr sz="1875" b="1">
                <a:solidFill>
                  <a:srgbClr val="4472C4"/>
                </a:solidFill>
                <a:latin typeface="Calibri"/>
                <a:ea typeface="Calibri"/>
                <a:cs typeface="Calibri"/>
              </a:rPr>
              <a:t>AWS us-east-1</a:t>
            </a:r>
          </a:p>
        </p:txBody>
      </p:sp>
      <p:sp>
        <p:nvSpPr>
          <p:cNvPr id="8" name="">
            <a:extLst xmlns:a="http://schemas.openxmlformats.org/drawingml/2006/main">
              <a:ext uri="{FF2B5EF4-FFF2-40B4-BE49-F238E27FC236}">
                <a16:creationId xmlns:a16="http://schemas.microsoft.com/office/drawing/2014/main" id="{8F573F53-1D9F-43E6-9CCC-C6E1509D4C5F}"/>
              </a:ext>
            </a:extLst>
          </p:cNvPr>
          <p:cNvSpPr>
            <a:spLocks xmlns:a="http://schemas.openxmlformats.org/drawingml/2006/main" noGrp="1"/>
          </p:cNvSpPr>
          <p:nvPr/>
        </p:nvSpPr>
        <p:spPr>
          <a:xfrm xmlns:a="http://schemas.openxmlformats.org/drawingml/2006/main">
            <a:off x="895350" y="3171825"/>
            <a:ext cx="1819275" cy="952500"/>
          </a:xfrm>
          <a:prstGeom xmlns:a="http://schemas.openxmlformats.org/drawingml/2006/main" prst="rect">
            <a:avLst/>
          </a:prstGeom>
          <a:solidFill xmlns:a="http://schemas.openxmlformats.org/drawingml/2006/main">
            <a:srgbClr val="F0F4F9"/>
          </a:solidFill>
          <a:ln xmlns:a="http://schemas.openxmlformats.org/drawingml/2006/main" w="9525">
            <a:solidFill>
              <a:srgbClr val="C8D5E8"/>
            </a:solidFill>
          </a:ln>
        </p:spPr>
      </p:sp>
      <p:sp>
        <p:nvSpPr>
          <p:cNvPr id="9" name="">
            <a:extLst xmlns:a="http://schemas.openxmlformats.org/drawingml/2006/main">
              <a:ext uri="{FF2B5EF4-FFF2-40B4-BE49-F238E27FC236}">
                <a16:creationId xmlns:a16="http://schemas.microsoft.com/office/drawing/2014/main" id="{1D266D2F-4008-4E76-B083-0B7DF24F9E7D}"/>
              </a:ext>
            </a:extLst>
          </p:cNvPr>
          <p:cNvSpPr>
            <a:spLocks xmlns:a="http://schemas.openxmlformats.org/drawingml/2006/main" noGrp="1"/>
          </p:cNvSpPr>
          <p:nvPr/>
        </p:nvSpPr>
        <p:spPr>
          <a:xfrm xmlns:a="http://schemas.openxmlformats.org/drawingml/2006/main">
            <a:off x="1028700" y="3305175"/>
            <a:ext cx="15525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091530"/>
                </a:solidFill>
                <a:latin typeface="Calibri"/>
                <a:ea typeface="Calibri"/>
                <a:cs typeface="Calibri"/>
              </a:defRPr>
            </a:pPr>
            <a:r>
              <a:rPr sz="2025" b="1">
                <a:solidFill>
                  <a:srgbClr val="091530"/>
                </a:solidFill>
                <a:latin typeface="Calibri"/>
                <a:ea typeface="Calibri"/>
                <a:cs typeface="Calibri"/>
              </a:rPr>
              <a:t>Usuarios</a:t>
            </a:r>
          </a:p>
          <a:p xmlns:a="http://schemas.openxmlformats.org/drawingml/2006/main">
            <a:pPr algn="l">
              <a:defRPr sz="2025" b="1">
                <a:solidFill>
                  <a:srgbClr val="091530"/>
                </a:solidFill>
                <a:latin typeface="Calibri"/>
                <a:ea typeface="Calibri"/>
                <a:cs typeface="Calibri"/>
              </a:defRPr>
            </a:pPr>
            <a:r>
              <a:rPr sz="2025" b="1">
                <a:solidFill>
                  <a:srgbClr val="091530"/>
                </a:solidFill>
                <a:latin typeface="Calibri"/>
                <a:ea typeface="Calibri"/>
                <a:cs typeface="Calibri"/>
              </a:rPr>
              <a:t>Navegador</a:t>
            </a:r>
          </a:p>
        </p:txBody>
      </p:sp>
      <p:sp>
        <p:nvSpPr>
          <p:cNvPr id="10" name="">
            <a:extLst xmlns:a="http://schemas.openxmlformats.org/drawingml/2006/main">
              <a:ext uri="{FF2B5EF4-FFF2-40B4-BE49-F238E27FC236}">
                <a16:creationId xmlns:a16="http://schemas.microsoft.com/office/drawing/2014/main" id="{D5B8F29F-18E4-477B-BDB0-9F6AC9365392}"/>
              </a:ext>
            </a:extLst>
          </p:cNvPr>
          <p:cNvSpPr>
            <a:spLocks xmlns:a="http://schemas.openxmlformats.org/drawingml/2006/main" noGrp="1"/>
          </p:cNvSpPr>
          <p:nvPr/>
        </p:nvSpPr>
        <p:spPr>
          <a:xfrm xmlns:a="http://schemas.openxmlformats.org/drawingml/2006/main">
            <a:off x="3476625" y="3171825"/>
            <a:ext cx="1952625" cy="952500"/>
          </a:xfrm>
          <a:prstGeom xmlns:a="http://schemas.openxmlformats.org/drawingml/2006/main" prst="rect">
            <a:avLst/>
          </a:prstGeom>
          <a:solidFill xmlns:a="http://schemas.openxmlformats.org/drawingml/2006/main">
            <a:srgbClr val="F0F4F9"/>
          </a:solidFill>
          <a:ln xmlns:a="http://schemas.openxmlformats.org/drawingml/2006/main" w="9525">
            <a:solidFill>
              <a:srgbClr val="C8D5E8"/>
            </a:solidFill>
          </a:ln>
        </p:spPr>
      </p:sp>
      <p:sp>
        <p:nvSpPr>
          <p:cNvPr id="11" name="">
            <a:extLst xmlns:a="http://schemas.openxmlformats.org/drawingml/2006/main">
              <a:ext uri="{FF2B5EF4-FFF2-40B4-BE49-F238E27FC236}">
                <a16:creationId xmlns:a16="http://schemas.microsoft.com/office/drawing/2014/main" id="{8BE17CCB-D711-48C3-A293-F7674418C319}"/>
              </a:ext>
            </a:extLst>
          </p:cNvPr>
          <p:cNvSpPr>
            <a:spLocks xmlns:a="http://schemas.openxmlformats.org/drawingml/2006/main" noGrp="1"/>
          </p:cNvSpPr>
          <p:nvPr/>
        </p:nvSpPr>
        <p:spPr>
          <a:xfrm xmlns:a="http://schemas.openxmlformats.org/drawingml/2006/main">
            <a:off x="3609975" y="3305175"/>
            <a:ext cx="16859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091530"/>
                </a:solidFill>
                <a:latin typeface="Calibri"/>
                <a:ea typeface="Calibri"/>
                <a:cs typeface="Calibri"/>
              </a:defRPr>
            </a:pPr>
            <a:r>
              <a:rPr sz="2025" b="1">
                <a:solidFill>
                  <a:srgbClr val="091530"/>
                </a:solidFill>
                <a:latin typeface="Calibri"/>
                <a:ea typeface="Calibri"/>
                <a:cs typeface="Calibri"/>
              </a:rPr>
              <a:t>ALB</a:t>
            </a:r>
          </a:p>
          <a:p xmlns:a="http://schemas.openxmlformats.org/drawingml/2006/main">
            <a:pPr algn="l">
              <a:defRPr sz="2025" b="1">
                <a:solidFill>
                  <a:srgbClr val="091530"/>
                </a:solidFill>
                <a:latin typeface="Calibri"/>
                <a:ea typeface="Calibri"/>
                <a:cs typeface="Calibri"/>
              </a:defRPr>
            </a:pPr>
            <a:r>
              <a:rPr sz="2025" b="1">
                <a:solidFill>
                  <a:srgbClr val="091530"/>
                </a:solidFill>
                <a:latin typeface="Calibri"/>
                <a:ea typeface="Calibri"/>
                <a:cs typeface="Calibri"/>
              </a:rPr>
              <a:t>HTTPS</a:t>
            </a:r>
          </a:p>
        </p:txBody>
      </p:sp>
      <p:sp>
        <p:nvSpPr>
          <p:cNvPr id="12" name="">
            <a:extLst xmlns:a="http://schemas.openxmlformats.org/drawingml/2006/main">
              <a:ext uri="{FF2B5EF4-FFF2-40B4-BE49-F238E27FC236}">
                <a16:creationId xmlns:a16="http://schemas.microsoft.com/office/drawing/2014/main" id="{6ADE3B3A-FD8C-49CF-8B1A-D9A90F10B3AD}"/>
              </a:ext>
            </a:extLst>
          </p:cNvPr>
          <p:cNvSpPr>
            <a:spLocks xmlns:a="http://schemas.openxmlformats.org/drawingml/2006/main" noGrp="1"/>
          </p:cNvSpPr>
          <p:nvPr/>
        </p:nvSpPr>
        <p:spPr>
          <a:xfrm xmlns:a="http://schemas.openxmlformats.org/drawingml/2006/main">
            <a:off x="6353175" y="2476500"/>
            <a:ext cx="2428875" cy="952500"/>
          </a:xfrm>
          <a:prstGeom xmlns:a="http://schemas.openxmlformats.org/drawingml/2006/main" prst="rect">
            <a:avLst/>
          </a:prstGeom>
          <a:solidFill xmlns:a="http://schemas.openxmlformats.org/drawingml/2006/main">
            <a:srgbClr val="F0F4F9"/>
          </a:solidFill>
          <a:ln xmlns:a="http://schemas.openxmlformats.org/drawingml/2006/main" w="9525">
            <a:solidFill>
              <a:srgbClr val="C8D5E8"/>
            </a:solidFill>
          </a:ln>
        </p:spPr>
      </p:sp>
      <p:sp>
        <p:nvSpPr>
          <p:cNvPr id="13" name="">
            <a:extLst xmlns:a="http://schemas.openxmlformats.org/drawingml/2006/main">
              <a:ext uri="{FF2B5EF4-FFF2-40B4-BE49-F238E27FC236}">
                <a16:creationId xmlns:a16="http://schemas.microsoft.com/office/drawing/2014/main" id="{EDAAAC0E-CADD-4676-8389-9353348D3EB9}"/>
              </a:ext>
            </a:extLst>
          </p:cNvPr>
          <p:cNvSpPr>
            <a:spLocks xmlns:a="http://schemas.openxmlformats.org/drawingml/2006/main" noGrp="1"/>
          </p:cNvSpPr>
          <p:nvPr/>
        </p:nvSpPr>
        <p:spPr>
          <a:xfrm xmlns:a="http://schemas.openxmlformats.org/drawingml/2006/main">
            <a:off x="6486525" y="2609850"/>
            <a:ext cx="21621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091530"/>
                </a:solidFill>
                <a:latin typeface="Calibri"/>
                <a:ea typeface="Calibri"/>
                <a:cs typeface="Calibri"/>
              </a:defRPr>
            </a:pPr>
            <a:r>
              <a:rPr sz="2025" b="1">
                <a:solidFill>
                  <a:srgbClr val="091530"/>
                </a:solidFill>
                <a:latin typeface="Calibri"/>
                <a:ea typeface="Calibri"/>
                <a:cs typeface="Calibri"/>
              </a:rPr>
              <a:t>ECS web</a:t>
            </a:r>
          </a:p>
          <a:p xmlns:a="http://schemas.openxmlformats.org/drawingml/2006/main">
            <a:pPr algn="l">
              <a:defRPr sz="2025" b="1">
                <a:solidFill>
                  <a:srgbClr val="091530"/>
                </a:solidFill>
                <a:latin typeface="Calibri"/>
                <a:ea typeface="Calibri"/>
                <a:cs typeface="Calibri"/>
              </a:defRPr>
            </a:pPr>
            <a:r>
              <a:rPr sz="2025" b="1">
                <a:solidFill>
                  <a:srgbClr val="091530"/>
                </a:solidFill>
                <a:latin typeface="Calibri"/>
                <a:ea typeface="Calibri"/>
                <a:cs typeface="Calibri"/>
              </a:rPr>
              <a:t>Nginx / Angular</a:t>
            </a:r>
          </a:p>
        </p:txBody>
      </p:sp>
      <p:sp>
        <p:nvSpPr>
          <p:cNvPr id="14" name="">
            <a:extLst xmlns:a="http://schemas.openxmlformats.org/drawingml/2006/main">
              <a:ext uri="{FF2B5EF4-FFF2-40B4-BE49-F238E27FC236}">
                <a16:creationId xmlns:a16="http://schemas.microsoft.com/office/drawing/2014/main" id="{FE020129-315C-48B2-9E75-A4675DA78286}"/>
              </a:ext>
            </a:extLst>
          </p:cNvPr>
          <p:cNvSpPr>
            <a:spLocks xmlns:a="http://schemas.openxmlformats.org/drawingml/2006/main" noGrp="1"/>
          </p:cNvSpPr>
          <p:nvPr/>
        </p:nvSpPr>
        <p:spPr>
          <a:xfrm xmlns:a="http://schemas.openxmlformats.org/drawingml/2006/main">
            <a:off x="6353175" y="4362450"/>
            <a:ext cx="2428875" cy="952500"/>
          </a:xfrm>
          <a:prstGeom xmlns:a="http://schemas.openxmlformats.org/drawingml/2006/main" prst="rect">
            <a:avLst/>
          </a:prstGeom>
          <a:solidFill xmlns:a="http://schemas.openxmlformats.org/drawingml/2006/main">
            <a:srgbClr val="F0F4F9"/>
          </a:solidFill>
          <a:ln xmlns:a="http://schemas.openxmlformats.org/drawingml/2006/main" w="9525">
            <a:solidFill>
              <a:srgbClr val="C8D5E8"/>
            </a:solidFill>
          </a:ln>
        </p:spPr>
      </p:sp>
      <p:sp>
        <p:nvSpPr>
          <p:cNvPr id="15" name="">
            <a:extLst xmlns:a="http://schemas.openxmlformats.org/drawingml/2006/main">
              <a:ext uri="{FF2B5EF4-FFF2-40B4-BE49-F238E27FC236}">
                <a16:creationId xmlns:a16="http://schemas.microsoft.com/office/drawing/2014/main" id="{5ACB6EB9-008E-444D-917D-5CABF61E767C}"/>
              </a:ext>
            </a:extLst>
          </p:cNvPr>
          <p:cNvSpPr>
            <a:spLocks xmlns:a="http://schemas.openxmlformats.org/drawingml/2006/main" noGrp="1"/>
          </p:cNvSpPr>
          <p:nvPr/>
        </p:nvSpPr>
        <p:spPr>
          <a:xfrm xmlns:a="http://schemas.openxmlformats.org/drawingml/2006/main">
            <a:off x="6486525" y="4495800"/>
            <a:ext cx="21621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091530"/>
                </a:solidFill>
                <a:latin typeface="Calibri"/>
                <a:ea typeface="Calibri"/>
                <a:cs typeface="Calibri"/>
              </a:defRPr>
            </a:pPr>
            <a:r>
              <a:rPr sz="2025" b="1">
                <a:solidFill>
                  <a:srgbClr val="091530"/>
                </a:solidFill>
                <a:latin typeface="Calibri"/>
                <a:ea typeface="Calibri"/>
                <a:cs typeface="Calibri"/>
              </a:rPr>
              <a:t>ECS API</a:t>
            </a:r>
          </a:p>
          <a:p xmlns:a="http://schemas.openxmlformats.org/drawingml/2006/main">
            <a:pPr algn="l">
              <a:defRPr sz="2025" b="1">
                <a:solidFill>
                  <a:srgbClr val="091530"/>
                </a:solidFill>
                <a:latin typeface="Calibri"/>
                <a:ea typeface="Calibri"/>
                <a:cs typeface="Calibri"/>
              </a:defRPr>
            </a:pPr>
            <a:r>
              <a:rPr sz="2025" b="1">
                <a:solidFill>
                  <a:srgbClr val="091530"/>
                </a:solidFill>
                <a:latin typeface="Calibri"/>
                <a:ea typeface="Calibri"/>
                <a:cs typeface="Calibri"/>
              </a:rPr>
              <a:t>.NET 10</a:t>
            </a:r>
          </a:p>
        </p:txBody>
      </p:sp>
      <p:sp>
        <p:nvSpPr>
          <p:cNvPr id="16" name="">
            <a:extLst xmlns:a="http://schemas.openxmlformats.org/drawingml/2006/main">
              <a:ext uri="{FF2B5EF4-FFF2-40B4-BE49-F238E27FC236}">
                <a16:creationId xmlns:a16="http://schemas.microsoft.com/office/drawing/2014/main" id="{BF2E2A84-DBA0-4D1C-8D98-C3C2CE64C5C0}"/>
              </a:ext>
            </a:extLst>
          </p:cNvPr>
          <p:cNvSpPr>
            <a:spLocks xmlns:a="http://schemas.openxmlformats.org/drawingml/2006/main" noGrp="1"/>
          </p:cNvSpPr>
          <p:nvPr/>
        </p:nvSpPr>
        <p:spPr>
          <a:xfrm xmlns:a="http://schemas.openxmlformats.org/drawingml/2006/main">
            <a:off x="9582150" y="4362450"/>
            <a:ext cx="2000250" cy="952500"/>
          </a:xfrm>
          <a:prstGeom xmlns:a="http://schemas.openxmlformats.org/drawingml/2006/main" prst="rect">
            <a:avLst/>
          </a:prstGeom>
          <a:solidFill xmlns:a="http://schemas.openxmlformats.org/drawingml/2006/main">
            <a:srgbClr val="F0F4F9"/>
          </a:solidFill>
          <a:ln xmlns:a="http://schemas.openxmlformats.org/drawingml/2006/main" w="9525">
            <a:solidFill>
              <a:srgbClr val="C8D5E8"/>
            </a:solidFill>
          </a:ln>
        </p:spPr>
      </p:sp>
      <p:sp>
        <p:nvSpPr>
          <p:cNvPr id="17" name="">
            <a:extLst xmlns:a="http://schemas.openxmlformats.org/drawingml/2006/main">
              <a:ext uri="{FF2B5EF4-FFF2-40B4-BE49-F238E27FC236}">
                <a16:creationId xmlns:a16="http://schemas.microsoft.com/office/drawing/2014/main" id="{D0507C3C-5060-4401-829C-98030EB8B693}"/>
              </a:ext>
            </a:extLst>
          </p:cNvPr>
          <p:cNvSpPr>
            <a:spLocks xmlns:a="http://schemas.openxmlformats.org/drawingml/2006/main" noGrp="1"/>
          </p:cNvSpPr>
          <p:nvPr/>
        </p:nvSpPr>
        <p:spPr>
          <a:xfrm xmlns:a="http://schemas.openxmlformats.org/drawingml/2006/main">
            <a:off x="9715500" y="4495800"/>
            <a:ext cx="17335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091530"/>
                </a:solidFill>
                <a:latin typeface="Calibri"/>
                <a:ea typeface="Calibri"/>
                <a:cs typeface="Calibri"/>
              </a:defRPr>
            </a:pPr>
            <a:r>
              <a:rPr sz="2025" b="1">
                <a:solidFill>
                  <a:srgbClr val="091530"/>
                </a:solidFill>
                <a:latin typeface="Calibri"/>
                <a:ea typeface="Calibri"/>
                <a:cs typeface="Calibri"/>
              </a:rPr>
              <a:t>RDS</a:t>
            </a:r>
          </a:p>
          <a:p xmlns:a="http://schemas.openxmlformats.org/drawingml/2006/main">
            <a:pPr algn="l">
              <a:defRPr sz="2025" b="1">
                <a:solidFill>
                  <a:srgbClr val="091530"/>
                </a:solidFill>
                <a:latin typeface="Calibri"/>
                <a:ea typeface="Calibri"/>
                <a:cs typeface="Calibri"/>
              </a:defRPr>
            </a:pPr>
            <a:r>
              <a:rPr sz="2025" b="1">
                <a:solidFill>
                  <a:srgbClr val="091530"/>
                </a:solidFill>
                <a:latin typeface="Calibri"/>
                <a:ea typeface="Calibri"/>
                <a:cs typeface="Calibri"/>
              </a:rPr>
              <a:t>PostgreSQL</a:t>
            </a:r>
          </a:p>
        </p:txBody>
      </p:sp>
      <p:sp>
        <p:nvSpPr>
          <p:cNvPr id="18" name="">
            <a:extLst xmlns:a="http://schemas.openxmlformats.org/drawingml/2006/main">
              <a:ext uri="{FF2B5EF4-FFF2-40B4-BE49-F238E27FC236}">
                <a16:creationId xmlns:a16="http://schemas.microsoft.com/office/drawing/2014/main" id="{C15677A3-0CE2-48B5-A16D-4CB6B85A019D}"/>
              </a:ext>
            </a:extLst>
          </p:cNvPr>
          <p:cNvSpPr>
            <a:spLocks xmlns:a="http://schemas.openxmlformats.org/drawingml/2006/main" noGrp="1"/>
          </p:cNvSpPr>
          <p:nvPr/>
        </p:nvSpPr>
        <p:spPr>
          <a:xfrm xmlns:a="http://schemas.openxmlformats.org/drawingml/2006/main">
            <a:off x="2914650" y="3543300"/>
            <a:ext cx="371475" cy="190500"/>
          </a:xfrm>
          <a:prstGeom xmlns:a="http://schemas.openxmlformats.org/drawingml/2006/main" prst="rightArrow">
            <a:avLst/>
          </a:prstGeom>
          <a:solidFill xmlns:a="http://schemas.openxmlformats.org/drawingml/2006/main">
            <a:srgbClr val="ED7D31"/>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B5C8450-DFF4-4E1D-8B20-3B4FF8E71310}"/>
              </a:ext>
            </a:extLst>
          </p:cNvPr>
          <p:cNvSpPr>
            <a:spLocks xmlns:a="http://schemas.openxmlformats.org/drawingml/2006/main" noGrp="1"/>
          </p:cNvSpPr>
          <p:nvPr/>
        </p:nvSpPr>
        <p:spPr>
          <a:xfrm xmlns:a="http://schemas.openxmlformats.org/drawingml/2006/main">
            <a:off x="5591175" y="3000375"/>
            <a:ext cx="571500" cy="190500"/>
          </a:xfrm>
          <a:prstGeom xmlns:a="http://schemas.openxmlformats.org/drawingml/2006/main" prst="rightArrow">
            <a:avLst/>
          </a:prstGeom>
          <a:solidFill xmlns:a="http://schemas.openxmlformats.org/drawingml/2006/main">
            <a:srgbClr val="ED7D31"/>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99D0DC45-AB3E-44D4-8753-B06B5F99114A}"/>
              </a:ext>
            </a:extLst>
          </p:cNvPr>
          <p:cNvSpPr>
            <a:spLocks xmlns:a="http://schemas.openxmlformats.org/drawingml/2006/main" noGrp="1"/>
          </p:cNvSpPr>
          <p:nvPr/>
        </p:nvSpPr>
        <p:spPr>
          <a:xfrm xmlns:a="http://schemas.openxmlformats.org/drawingml/2006/main">
            <a:off x="5591175" y="4552950"/>
            <a:ext cx="571500" cy="190500"/>
          </a:xfrm>
          <a:prstGeom xmlns:a="http://schemas.openxmlformats.org/drawingml/2006/main" prst="rightArrow">
            <a:avLst/>
          </a:prstGeom>
          <a:solidFill xmlns:a="http://schemas.openxmlformats.org/drawingml/2006/main">
            <a:srgbClr val="ED7D31"/>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0C90DADE-CFD3-48DD-B728-39210A44239C}"/>
              </a:ext>
            </a:extLst>
          </p:cNvPr>
          <p:cNvSpPr>
            <a:spLocks xmlns:a="http://schemas.openxmlformats.org/drawingml/2006/main" noGrp="1"/>
          </p:cNvSpPr>
          <p:nvPr/>
        </p:nvSpPr>
        <p:spPr>
          <a:xfrm xmlns:a="http://schemas.openxmlformats.org/drawingml/2006/main">
            <a:off x="5219700" y="2914650"/>
            <a:ext cx="38100" cy="257175"/>
          </a:xfrm>
          <a:prstGeom xmlns:a="http://schemas.openxmlformats.org/drawingml/2006/main" prst="rect">
            <a:avLst/>
          </a:prstGeom>
          <a:solidFill xmlns:a="http://schemas.openxmlformats.org/drawingml/2006/main">
            <a:srgbClr val="ED7D31"/>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71E1F773-A950-48B8-B491-0175EC16DB47}"/>
              </a:ext>
            </a:extLst>
          </p:cNvPr>
          <p:cNvSpPr>
            <a:spLocks xmlns:a="http://schemas.openxmlformats.org/drawingml/2006/main" noGrp="1"/>
          </p:cNvSpPr>
          <p:nvPr/>
        </p:nvSpPr>
        <p:spPr>
          <a:xfrm xmlns:a="http://schemas.openxmlformats.org/drawingml/2006/main">
            <a:off x="5219700" y="2914650"/>
            <a:ext cx="361950" cy="38100"/>
          </a:xfrm>
          <a:prstGeom xmlns:a="http://schemas.openxmlformats.org/drawingml/2006/main" prst="rect">
            <a:avLst/>
          </a:prstGeom>
          <a:solidFill xmlns:a="http://schemas.openxmlformats.org/drawingml/2006/main">
            <a:srgbClr val="ED7D31"/>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014DB4DC-6714-4BA6-A96F-AD30AEE54BBE}"/>
              </a:ext>
            </a:extLst>
          </p:cNvPr>
          <p:cNvSpPr>
            <a:spLocks xmlns:a="http://schemas.openxmlformats.org/drawingml/2006/main" noGrp="1"/>
          </p:cNvSpPr>
          <p:nvPr/>
        </p:nvSpPr>
        <p:spPr>
          <a:xfrm xmlns:a="http://schemas.openxmlformats.org/drawingml/2006/main">
            <a:off x="5219700" y="4114800"/>
            <a:ext cx="38100" cy="533400"/>
          </a:xfrm>
          <a:prstGeom xmlns:a="http://schemas.openxmlformats.org/drawingml/2006/main" prst="rect">
            <a:avLst/>
          </a:prstGeom>
          <a:solidFill xmlns:a="http://schemas.openxmlformats.org/drawingml/2006/main">
            <a:srgbClr val="ED7D31"/>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EE1D714F-AAA9-453F-8EFF-C55BE5DE2C7B}"/>
              </a:ext>
            </a:extLst>
          </p:cNvPr>
          <p:cNvSpPr>
            <a:spLocks xmlns:a="http://schemas.openxmlformats.org/drawingml/2006/main" noGrp="1"/>
          </p:cNvSpPr>
          <p:nvPr/>
        </p:nvSpPr>
        <p:spPr>
          <a:xfrm xmlns:a="http://schemas.openxmlformats.org/drawingml/2006/main">
            <a:off x="5219700" y="4619625"/>
            <a:ext cx="361950" cy="38100"/>
          </a:xfrm>
          <a:prstGeom xmlns:a="http://schemas.openxmlformats.org/drawingml/2006/main" prst="rect">
            <a:avLst/>
          </a:prstGeom>
          <a:solidFill xmlns:a="http://schemas.openxmlformats.org/drawingml/2006/main">
            <a:srgbClr val="ED7D31"/>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83B13F32-D7D9-47CA-B74B-FED9A75802D4}"/>
              </a:ext>
            </a:extLst>
          </p:cNvPr>
          <p:cNvSpPr>
            <a:spLocks xmlns:a="http://schemas.openxmlformats.org/drawingml/2006/main" noGrp="1"/>
          </p:cNvSpPr>
          <p:nvPr/>
        </p:nvSpPr>
        <p:spPr>
          <a:xfrm xmlns:a="http://schemas.openxmlformats.org/drawingml/2006/main">
            <a:off x="9020175" y="4724400"/>
            <a:ext cx="371475" cy="190500"/>
          </a:xfrm>
          <a:prstGeom xmlns:a="http://schemas.openxmlformats.org/drawingml/2006/main" prst="rightArrow">
            <a:avLst/>
          </a:prstGeom>
          <a:solidFill xmlns:a="http://schemas.openxmlformats.org/drawingml/2006/main">
            <a:srgbClr val="ED7D31"/>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0EB81168-ED89-4BD5-A245-AAC1B8006C9F}"/>
              </a:ext>
            </a:extLst>
          </p:cNvPr>
          <p:cNvSpPr>
            <a:spLocks xmlns:a="http://schemas.openxmlformats.org/drawingml/2006/main" noGrp="1"/>
          </p:cNvSpPr>
          <p:nvPr/>
        </p:nvSpPr>
        <p:spPr>
          <a:xfrm xmlns:a="http://schemas.openxmlformats.org/drawingml/2006/main">
            <a:off x="5610225" y="2524125"/>
            <a:ext cx="742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0">
                <a:solidFill>
                  <a:srgbClr val="5A6478"/>
                </a:solidFill>
                <a:latin typeface="Calibri"/>
                <a:ea typeface="Calibri"/>
                <a:cs typeface="Calibri"/>
              </a:defRPr>
            </a:pPr>
            <a:r>
              <a:rPr sz="1725" b="0">
                <a:solidFill>
                  <a:srgbClr val="5A6478"/>
                </a:solidFill>
                <a:latin typeface="Calibri"/>
                <a:ea typeface="Calibri"/>
                <a:cs typeface="Calibri"/>
              </a:rPr>
              <a:t>Web</a:t>
            </a:r>
          </a:p>
        </p:txBody>
      </p:sp>
      <p:sp>
        <p:nvSpPr>
          <p:cNvPr id="27" name="">
            <a:extLst xmlns:a="http://schemas.openxmlformats.org/drawingml/2006/main">
              <a:ext uri="{FF2B5EF4-FFF2-40B4-BE49-F238E27FC236}">
                <a16:creationId xmlns:a16="http://schemas.microsoft.com/office/drawing/2014/main" id="{F93A3D57-AE46-4AC4-9ABC-90976CE568DB}"/>
              </a:ext>
            </a:extLst>
          </p:cNvPr>
          <p:cNvSpPr>
            <a:spLocks xmlns:a="http://schemas.openxmlformats.org/drawingml/2006/main" noGrp="1"/>
          </p:cNvSpPr>
          <p:nvPr/>
        </p:nvSpPr>
        <p:spPr>
          <a:xfrm xmlns:a="http://schemas.openxmlformats.org/drawingml/2006/main">
            <a:off x="5514975" y="4972050"/>
            <a:ext cx="933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0">
                <a:solidFill>
                  <a:srgbClr val="5A6478"/>
                </a:solidFill>
                <a:latin typeface="Calibri"/>
                <a:ea typeface="Calibri"/>
                <a:cs typeface="Calibri"/>
              </a:defRPr>
            </a:pPr>
            <a:r>
              <a:rPr sz="1725" b="0">
                <a:solidFill>
                  <a:srgbClr val="5A6478"/>
                </a:solidFill>
                <a:latin typeface="Calibri"/>
                <a:ea typeface="Calibri"/>
                <a:cs typeface="Calibri"/>
              </a:rPr>
              <a:t>/api/*</a:t>
            </a:r>
          </a:p>
        </p:txBody>
      </p:sp>
      <p:sp>
        <p:nvSpPr>
          <p:cNvPr id="28" name="">
            <a:extLst xmlns:a="http://schemas.openxmlformats.org/drawingml/2006/main">
              <a:ext uri="{FF2B5EF4-FFF2-40B4-BE49-F238E27FC236}">
                <a16:creationId xmlns:a16="http://schemas.microsoft.com/office/drawing/2014/main" id="{00323C40-36B2-4ED6-AD79-1993CC7BFAA5}"/>
              </a:ext>
            </a:extLst>
          </p:cNvPr>
          <p:cNvSpPr>
            <a:spLocks xmlns:a="http://schemas.openxmlformats.org/drawingml/2006/main" noGrp="1"/>
          </p:cNvSpPr>
          <p:nvPr/>
        </p:nvSpPr>
        <p:spPr>
          <a:xfrm xmlns:a="http://schemas.openxmlformats.org/drawingml/2006/main">
            <a:off x="952500" y="5629275"/>
            <a:ext cx="914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1">
                <a:solidFill>
                  <a:srgbClr val="091530"/>
                </a:solidFill>
                <a:latin typeface="Calibri"/>
                <a:ea typeface="Calibri"/>
                <a:cs typeface="Calibri"/>
              </a:defRPr>
            </a:pPr>
            <a:r>
              <a:rPr sz="1950" b="1">
                <a:solidFill>
                  <a:srgbClr val="091530"/>
                </a:solidFill>
                <a:latin typeface="Calibri"/>
                <a:ea typeface="Calibri"/>
                <a:cs typeface="Calibri"/>
              </a:rPr>
              <a:t>El ALB enruta las solicitudes. La API consulta los datos.</a:t>
            </a:r>
          </a:p>
        </p:txBody>
      </p:sp>
      <p:sp>
        <p:nvSpPr>
          <p:cNvPr id="29" name="">
            <a:extLst xmlns:a="http://schemas.openxmlformats.org/drawingml/2006/main">
              <a:ext uri="{FF2B5EF4-FFF2-40B4-BE49-F238E27FC236}">
                <a16:creationId xmlns:a16="http://schemas.microsoft.com/office/drawing/2014/main" id="{CE140CFC-7AB5-416E-A703-184382EA8BB6}"/>
              </a:ext>
            </a:extLst>
          </p:cNvPr>
          <p:cNvSpPr>
            <a:spLocks xmlns:a="http://schemas.openxmlformats.org/drawingml/2006/main" noGrp="1"/>
          </p:cNvSpPr>
          <p:nvPr/>
        </p:nvSpPr>
        <p:spPr>
          <a:xfrm xmlns:a="http://schemas.openxmlformats.org/drawingml/2006/main">
            <a:off x="828675" y="5924550"/>
            <a:ext cx="51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5A6478"/>
                </a:solidFill>
                <a:latin typeface="Calibri"/>
                <a:ea typeface="Calibri"/>
                <a:cs typeface="Calibri"/>
              </a:defRPr>
            </a:pPr>
            <a:r>
              <a:rPr sz="1425" b="0">
                <a:solidFill>
                  <a:srgbClr val="5A6478"/>
                </a:solidFill>
                <a:latin typeface="Calibri"/>
                <a:ea typeface="Calibri"/>
                <a:cs typeface="Calibri"/>
              </a:rPr>
              <a:t>10</a:t>
            </a:r>
          </a:p>
        </p:txBody>
      </p:sp>
    </p:spTree>
    <p:extLst>
      <p:ext uri="{BB962C8B-B14F-4D97-AF65-F5344CB8AC3E}">
        <p14:creationId xmlns:p14="http://schemas.microsoft.com/office/powerpoint/2010/main" val="187013649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28" name="Imagen 4"/>
          <p:cNvPicPr>
            <a:picLocks xmlns:a="http://schemas.openxmlformats.org/drawingml/2006/main" noChangeAspect="1"/>
          </p:cNvPicPr>
          <p:nvPr/>
        </p:nvPicPr>
        <p:blipFill>
          <a:blip xmlns:r="http://schemas.openxmlformats.org/officeDocument/2006/relationships" xmlns:a="http://schemas.openxmlformats.org/drawingml/2006/main" r:embed="Rf54bddc876c84f22"/>
          <a:srcRect xmlns:a="http://schemas.openxmlformats.org/drawingml/2006/main" l="0" t="0" r="0" b="0"/>
          <a:stretch xmlns:a="http://schemas.openxmlformats.org/drawingml/2006/main"/>
        </p:blipFill>
        <p:spPr>
          <a:xfrm xmlns:a="http://schemas.openxmlformats.org/drawingml/2006/main">
            <a:off x="2" y="0"/>
            <a:ext cx="12213601" cy="6857999"/>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6A32114-075A-4D41-84D0-EF55D32A885C}"/>
              </a:ext>
            </a:extLst>
          </p:cNvPr>
          <p:cNvSpPr>
            <a:spLocks xmlns:a="http://schemas.openxmlformats.org/drawingml/2006/main" noGrp="1"/>
          </p:cNvSpPr>
          <p:nvPr/>
        </p:nvSpPr>
        <p:spPr>
          <a:xfrm xmlns:a="http://schemas.openxmlformats.org/drawingml/2006/main">
            <a:off x="2571750" y="666750"/>
            <a:ext cx="857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225" b="1">
                <a:solidFill>
                  <a:srgbClr val="091530"/>
                </a:solidFill>
                <a:latin typeface="Calibri"/>
                <a:ea typeface="Calibri"/>
                <a:cs typeface="Calibri"/>
              </a:defRPr>
            </a:pPr>
            <a:r>
              <a:rPr sz="3225" b="1">
                <a:solidFill>
                  <a:srgbClr val="091530"/>
                </a:solidFill>
                <a:latin typeface="Calibri"/>
                <a:ea typeface="Calibri"/>
                <a:cs typeface="Calibri"/>
              </a:rPr>
              <a:t>CI/CD implementado</a:t>
            </a:r>
          </a:p>
        </p:txBody>
      </p:sp>
      <p:sp>
        <p:nvSpPr>
          <p:cNvPr id="5" name="">
            <a:extLst xmlns:a="http://schemas.openxmlformats.org/drawingml/2006/main">
              <a:ext uri="{FF2B5EF4-FFF2-40B4-BE49-F238E27FC236}">
                <a16:creationId xmlns:a16="http://schemas.microsoft.com/office/drawing/2014/main" id="{C294E1E8-529E-4A91-B727-70DD6973E311}"/>
              </a:ext>
            </a:extLst>
          </p:cNvPr>
          <p:cNvSpPr>
            <a:spLocks xmlns:a="http://schemas.openxmlformats.org/drawingml/2006/main" noGrp="1"/>
          </p:cNvSpPr>
          <p:nvPr/>
        </p:nvSpPr>
        <p:spPr>
          <a:xfrm xmlns:a="http://schemas.openxmlformats.org/drawingml/2006/main">
            <a:off x="2609850" y="1504950"/>
            <a:ext cx="8382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5A6478"/>
                </a:solidFill>
                <a:latin typeface="Calibri"/>
                <a:ea typeface="Calibri"/>
                <a:cs typeface="Calibri"/>
              </a:defRPr>
            </a:pPr>
            <a:r>
              <a:rPr sz="1650" b="0">
                <a:solidFill>
                  <a:srgbClr val="5A6478"/>
                </a:solidFill>
                <a:latin typeface="Calibri"/>
                <a:ea typeface="Calibri"/>
                <a:cs typeface="Calibri"/>
              </a:rPr>
              <a:t>GitHub Actions publica los cambios de main-produccion</a:t>
            </a:r>
          </a:p>
        </p:txBody>
      </p:sp>
      <p:sp>
        <p:nvSpPr>
          <p:cNvPr id="6" name="">
            <a:extLst xmlns:a="http://schemas.openxmlformats.org/drawingml/2006/main">
              <a:ext uri="{FF2B5EF4-FFF2-40B4-BE49-F238E27FC236}">
                <a16:creationId xmlns:a16="http://schemas.microsoft.com/office/drawing/2014/main" id="{9A1F1B2A-3D3E-4D3A-954D-3FA34694B422}"/>
              </a:ext>
            </a:extLst>
          </p:cNvPr>
          <p:cNvSpPr>
            <a:spLocks xmlns:a="http://schemas.openxmlformats.org/drawingml/2006/main" noGrp="1"/>
          </p:cNvSpPr>
          <p:nvPr/>
        </p:nvSpPr>
        <p:spPr>
          <a:xfrm xmlns:a="http://schemas.openxmlformats.org/drawingml/2006/main">
            <a:off x="904875" y="2524125"/>
            <a:ext cx="1885950" cy="1019175"/>
          </a:xfrm>
          <a:prstGeom xmlns:a="http://schemas.openxmlformats.org/drawingml/2006/main" prst="rect">
            <a:avLst/>
          </a:prstGeom>
          <a:solidFill xmlns:a="http://schemas.openxmlformats.org/drawingml/2006/main">
            <a:srgbClr val="F0F4F9"/>
          </a:solidFill>
          <a:ln xmlns:a="http://schemas.openxmlformats.org/drawingml/2006/main" w="9525">
            <a:solidFill>
              <a:srgbClr val="C8D5E8"/>
            </a:solidFill>
          </a:ln>
        </p:spPr>
      </p:sp>
      <p:sp>
        <p:nvSpPr>
          <p:cNvPr id="7" name="">
            <a:extLst xmlns:a="http://schemas.openxmlformats.org/drawingml/2006/main">
              <a:ext uri="{FF2B5EF4-FFF2-40B4-BE49-F238E27FC236}">
                <a16:creationId xmlns:a16="http://schemas.microsoft.com/office/drawing/2014/main" id="{94644EC6-8A20-4A27-B859-B39B36B3650B}"/>
              </a:ext>
            </a:extLst>
          </p:cNvPr>
          <p:cNvSpPr>
            <a:spLocks xmlns:a="http://schemas.openxmlformats.org/drawingml/2006/main" noGrp="1"/>
          </p:cNvSpPr>
          <p:nvPr/>
        </p:nvSpPr>
        <p:spPr>
          <a:xfrm xmlns:a="http://schemas.openxmlformats.org/drawingml/2006/main">
            <a:off x="1038225" y="2657475"/>
            <a:ext cx="1619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091530"/>
                </a:solidFill>
                <a:latin typeface="Calibri"/>
                <a:ea typeface="Calibri"/>
                <a:cs typeface="Calibri"/>
              </a:defRPr>
            </a:pPr>
            <a:r>
              <a:rPr sz="2025" b="1">
                <a:solidFill>
                  <a:srgbClr val="091530"/>
                </a:solidFill>
                <a:latin typeface="Calibri"/>
                <a:ea typeface="Calibri"/>
                <a:cs typeface="Calibri"/>
              </a:rPr>
              <a:t>Código</a:t>
            </a:r>
          </a:p>
          <a:p xmlns:a="http://schemas.openxmlformats.org/drawingml/2006/main">
            <a:pPr algn="l">
              <a:defRPr sz="2025" b="1">
                <a:solidFill>
                  <a:srgbClr val="091530"/>
                </a:solidFill>
                <a:latin typeface="Calibri"/>
                <a:ea typeface="Calibri"/>
                <a:cs typeface="Calibri"/>
              </a:defRPr>
            </a:pPr>
            <a:r>
              <a:rPr sz="2025" b="1">
                <a:solidFill>
                  <a:srgbClr val="091530"/>
                </a:solidFill>
                <a:latin typeface="Calibri"/>
                <a:ea typeface="Calibri"/>
                <a:cs typeface="Calibri"/>
              </a:rPr>
              <a:t>GitHub</a:t>
            </a:r>
          </a:p>
        </p:txBody>
      </p:sp>
      <p:sp>
        <p:nvSpPr>
          <p:cNvPr id="8" name="">
            <a:extLst xmlns:a="http://schemas.openxmlformats.org/drawingml/2006/main">
              <a:ext uri="{FF2B5EF4-FFF2-40B4-BE49-F238E27FC236}">
                <a16:creationId xmlns:a16="http://schemas.microsoft.com/office/drawing/2014/main" id="{C3CB5F20-AA46-448C-9063-CC86B08F6A9A}"/>
              </a:ext>
            </a:extLst>
          </p:cNvPr>
          <p:cNvSpPr>
            <a:spLocks xmlns:a="http://schemas.openxmlformats.org/drawingml/2006/main" noGrp="1"/>
          </p:cNvSpPr>
          <p:nvPr/>
        </p:nvSpPr>
        <p:spPr>
          <a:xfrm xmlns:a="http://schemas.openxmlformats.org/drawingml/2006/main">
            <a:off x="2847975" y="2952750"/>
            <a:ext cx="161925" cy="190500"/>
          </a:xfrm>
          <a:prstGeom xmlns:a="http://schemas.openxmlformats.org/drawingml/2006/main" prst="rightArrow">
            <a:avLst/>
          </a:prstGeom>
          <a:solidFill xmlns:a="http://schemas.openxmlformats.org/drawingml/2006/main">
            <a:srgbClr val="ED7D31"/>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19F0074-DDE9-4403-88DB-356450C68323}"/>
              </a:ext>
            </a:extLst>
          </p:cNvPr>
          <p:cNvSpPr>
            <a:spLocks xmlns:a="http://schemas.openxmlformats.org/drawingml/2006/main" noGrp="1"/>
          </p:cNvSpPr>
          <p:nvPr/>
        </p:nvSpPr>
        <p:spPr>
          <a:xfrm xmlns:a="http://schemas.openxmlformats.org/drawingml/2006/main">
            <a:off x="3048000" y="2524125"/>
            <a:ext cx="1885950" cy="1019175"/>
          </a:xfrm>
          <a:prstGeom xmlns:a="http://schemas.openxmlformats.org/drawingml/2006/main" prst="rect">
            <a:avLst/>
          </a:prstGeom>
          <a:solidFill xmlns:a="http://schemas.openxmlformats.org/drawingml/2006/main">
            <a:srgbClr val="F0F4F9"/>
          </a:solidFill>
          <a:ln xmlns:a="http://schemas.openxmlformats.org/drawingml/2006/main" w="9525">
            <a:solidFill>
              <a:srgbClr val="C8D5E8"/>
            </a:solidFill>
          </a:ln>
        </p:spPr>
      </p:sp>
      <p:sp>
        <p:nvSpPr>
          <p:cNvPr id="10" name="">
            <a:extLst xmlns:a="http://schemas.openxmlformats.org/drawingml/2006/main">
              <a:ext uri="{FF2B5EF4-FFF2-40B4-BE49-F238E27FC236}">
                <a16:creationId xmlns:a16="http://schemas.microsoft.com/office/drawing/2014/main" id="{56535193-1CE6-4B89-8C55-4061E49FFBBD}"/>
              </a:ext>
            </a:extLst>
          </p:cNvPr>
          <p:cNvSpPr>
            <a:spLocks xmlns:a="http://schemas.openxmlformats.org/drawingml/2006/main" noGrp="1"/>
          </p:cNvSpPr>
          <p:nvPr/>
        </p:nvSpPr>
        <p:spPr>
          <a:xfrm xmlns:a="http://schemas.openxmlformats.org/drawingml/2006/main">
            <a:off x="3181350" y="2657475"/>
            <a:ext cx="1619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091530"/>
                </a:solidFill>
                <a:latin typeface="Calibri"/>
                <a:ea typeface="Calibri"/>
                <a:cs typeface="Calibri"/>
              </a:defRPr>
            </a:pPr>
            <a:r>
              <a:rPr sz="2025" b="1">
                <a:solidFill>
                  <a:srgbClr val="091530"/>
                </a:solidFill>
                <a:latin typeface="Calibri"/>
                <a:ea typeface="Calibri"/>
                <a:cs typeface="Calibri"/>
              </a:rPr>
              <a:t>Tests</a:t>
            </a:r>
          </a:p>
          <a:p xmlns:a="http://schemas.openxmlformats.org/drawingml/2006/main">
            <a:pPr algn="l">
              <a:defRPr sz="2025" b="1">
                <a:solidFill>
                  <a:srgbClr val="091530"/>
                </a:solidFill>
                <a:latin typeface="Calibri"/>
                <a:ea typeface="Calibri"/>
                <a:cs typeface="Calibri"/>
              </a:defRPr>
            </a:pPr>
            <a:r>
              <a:rPr sz="2025" b="1">
                <a:solidFill>
                  <a:srgbClr val="091530"/>
                </a:solidFill>
                <a:latin typeface="Calibri"/>
                <a:ea typeface="Calibri"/>
                <a:cs typeface="Calibri"/>
              </a:rPr>
              <a:t>y gates</a:t>
            </a:r>
          </a:p>
        </p:txBody>
      </p:sp>
      <p:sp>
        <p:nvSpPr>
          <p:cNvPr id="11" name="">
            <a:extLst xmlns:a="http://schemas.openxmlformats.org/drawingml/2006/main">
              <a:ext uri="{FF2B5EF4-FFF2-40B4-BE49-F238E27FC236}">
                <a16:creationId xmlns:a16="http://schemas.microsoft.com/office/drawing/2014/main" id="{B521A875-1BAA-4181-B979-B4D0AF5C14F9}"/>
              </a:ext>
            </a:extLst>
          </p:cNvPr>
          <p:cNvSpPr>
            <a:spLocks xmlns:a="http://schemas.openxmlformats.org/drawingml/2006/main" noGrp="1"/>
          </p:cNvSpPr>
          <p:nvPr/>
        </p:nvSpPr>
        <p:spPr>
          <a:xfrm xmlns:a="http://schemas.openxmlformats.org/drawingml/2006/main">
            <a:off x="4991100" y="2952750"/>
            <a:ext cx="161925" cy="190500"/>
          </a:xfrm>
          <a:prstGeom xmlns:a="http://schemas.openxmlformats.org/drawingml/2006/main" prst="rightArrow">
            <a:avLst/>
          </a:prstGeom>
          <a:solidFill xmlns:a="http://schemas.openxmlformats.org/drawingml/2006/main">
            <a:srgbClr val="ED7D3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557F8E5-6375-41D2-9C11-9EEB2FCACD38}"/>
              </a:ext>
            </a:extLst>
          </p:cNvPr>
          <p:cNvSpPr>
            <a:spLocks xmlns:a="http://schemas.openxmlformats.org/drawingml/2006/main" noGrp="1"/>
          </p:cNvSpPr>
          <p:nvPr/>
        </p:nvSpPr>
        <p:spPr>
          <a:xfrm xmlns:a="http://schemas.openxmlformats.org/drawingml/2006/main">
            <a:off x="5191125" y="2524125"/>
            <a:ext cx="1885950" cy="1019175"/>
          </a:xfrm>
          <a:prstGeom xmlns:a="http://schemas.openxmlformats.org/drawingml/2006/main" prst="rect">
            <a:avLst/>
          </a:prstGeom>
          <a:solidFill xmlns:a="http://schemas.openxmlformats.org/drawingml/2006/main">
            <a:srgbClr val="F0F4F9"/>
          </a:solidFill>
          <a:ln xmlns:a="http://schemas.openxmlformats.org/drawingml/2006/main" w="9525">
            <a:solidFill>
              <a:srgbClr val="C8D5E8"/>
            </a:solidFill>
          </a:ln>
        </p:spPr>
      </p:sp>
      <p:sp>
        <p:nvSpPr>
          <p:cNvPr id="13" name="">
            <a:extLst xmlns:a="http://schemas.openxmlformats.org/drawingml/2006/main">
              <a:ext uri="{FF2B5EF4-FFF2-40B4-BE49-F238E27FC236}">
                <a16:creationId xmlns:a16="http://schemas.microsoft.com/office/drawing/2014/main" id="{DC86526E-4C3B-49E7-9A0D-0EC7E6A74A44}"/>
              </a:ext>
            </a:extLst>
          </p:cNvPr>
          <p:cNvSpPr>
            <a:spLocks xmlns:a="http://schemas.openxmlformats.org/drawingml/2006/main" noGrp="1"/>
          </p:cNvSpPr>
          <p:nvPr/>
        </p:nvSpPr>
        <p:spPr>
          <a:xfrm xmlns:a="http://schemas.openxmlformats.org/drawingml/2006/main">
            <a:off x="5324475" y="2657475"/>
            <a:ext cx="1619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091530"/>
                </a:solidFill>
                <a:latin typeface="Calibri"/>
                <a:ea typeface="Calibri"/>
                <a:cs typeface="Calibri"/>
              </a:defRPr>
            </a:pPr>
            <a:r>
              <a:rPr sz="2025" b="1">
                <a:solidFill>
                  <a:srgbClr val="091530"/>
                </a:solidFill>
                <a:latin typeface="Calibri"/>
                <a:ea typeface="Calibri"/>
                <a:cs typeface="Calibri"/>
              </a:rPr>
              <a:t>Backend</a:t>
            </a:r>
          </a:p>
          <a:p xmlns:a="http://schemas.openxmlformats.org/drawingml/2006/main">
            <a:pPr algn="l">
              <a:defRPr sz="2025" b="1">
                <a:solidFill>
                  <a:srgbClr val="091530"/>
                </a:solidFill>
                <a:latin typeface="Calibri"/>
                <a:ea typeface="Calibri"/>
                <a:cs typeface="Calibri"/>
              </a:defRPr>
            </a:pPr>
            <a:r>
              <a:rPr sz="2025" b="1">
                <a:solidFill>
                  <a:srgbClr val="091530"/>
                </a:solidFill>
                <a:latin typeface="Calibri"/>
                <a:ea typeface="Calibri"/>
                <a:cs typeface="Calibri"/>
              </a:rPr>
              <a:t>ECR y ECS</a:t>
            </a:r>
          </a:p>
        </p:txBody>
      </p:sp>
      <p:sp>
        <p:nvSpPr>
          <p:cNvPr id="14" name="">
            <a:extLst xmlns:a="http://schemas.openxmlformats.org/drawingml/2006/main">
              <a:ext uri="{FF2B5EF4-FFF2-40B4-BE49-F238E27FC236}">
                <a16:creationId xmlns:a16="http://schemas.microsoft.com/office/drawing/2014/main" id="{249DB70C-E039-4C0F-A533-E0D15CBFAAF0}"/>
              </a:ext>
            </a:extLst>
          </p:cNvPr>
          <p:cNvSpPr>
            <a:spLocks xmlns:a="http://schemas.openxmlformats.org/drawingml/2006/main" noGrp="1"/>
          </p:cNvSpPr>
          <p:nvPr/>
        </p:nvSpPr>
        <p:spPr>
          <a:xfrm xmlns:a="http://schemas.openxmlformats.org/drawingml/2006/main">
            <a:off x="7134225" y="2952750"/>
            <a:ext cx="161925" cy="190500"/>
          </a:xfrm>
          <a:prstGeom xmlns:a="http://schemas.openxmlformats.org/drawingml/2006/main" prst="rightArrow">
            <a:avLst/>
          </a:prstGeom>
          <a:solidFill xmlns:a="http://schemas.openxmlformats.org/drawingml/2006/main">
            <a:srgbClr val="ED7D31"/>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663CDF2-67B6-4D78-AF7F-9376BB41DAA6}"/>
              </a:ext>
            </a:extLst>
          </p:cNvPr>
          <p:cNvSpPr>
            <a:spLocks xmlns:a="http://schemas.openxmlformats.org/drawingml/2006/main" noGrp="1"/>
          </p:cNvSpPr>
          <p:nvPr/>
        </p:nvSpPr>
        <p:spPr>
          <a:xfrm xmlns:a="http://schemas.openxmlformats.org/drawingml/2006/main">
            <a:off x="7334250" y="2524125"/>
            <a:ext cx="1885950" cy="1019175"/>
          </a:xfrm>
          <a:prstGeom xmlns:a="http://schemas.openxmlformats.org/drawingml/2006/main" prst="rect">
            <a:avLst/>
          </a:prstGeom>
          <a:solidFill xmlns:a="http://schemas.openxmlformats.org/drawingml/2006/main">
            <a:srgbClr val="F0F4F9"/>
          </a:solidFill>
          <a:ln xmlns:a="http://schemas.openxmlformats.org/drawingml/2006/main" w="9525">
            <a:solidFill>
              <a:srgbClr val="C8D5E8"/>
            </a:solidFill>
          </a:ln>
        </p:spPr>
      </p:sp>
      <p:sp>
        <p:nvSpPr>
          <p:cNvPr id="16" name="">
            <a:extLst xmlns:a="http://schemas.openxmlformats.org/drawingml/2006/main">
              <a:ext uri="{FF2B5EF4-FFF2-40B4-BE49-F238E27FC236}">
                <a16:creationId xmlns:a16="http://schemas.microsoft.com/office/drawing/2014/main" id="{2CD0C745-3CD9-4AC4-8A54-113C9B026769}"/>
              </a:ext>
            </a:extLst>
          </p:cNvPr>
          <p:cNvSpPr>
            <a:spLocks xmlns:a="http://schemas.openxmlformats.org/drawingml/2006/main" noGrp="1"/>
          </p:cNvSpPr>
          <p:nvPr/>
        </p:nvSpPr>
        <p:spPr>
          <a:xfrm xmlns:a="http://schemas.openxmlformats.org/drawingml/2006/main">
            <a:off x="7467600" y="2657475"/>
            <a:ext cx="1619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091530"/>
                </a:solidFill>
                <a:latin typeface="Calibri"/>
                <a:ea typeface="Calibri"/>
                <a:cs typeface="Calibri"/>
              </a:defRPr>
            </a:pPr>
            <a:r>
              <a:rPr sz="2025" b="1">
                <a:solidFill>
                  <a:srgbClr val="091530"/>
                </a:solidFill>
                <a:latin typeface="Calibri"/>
                <a:ea typeface="Calibri"/>
                <a:cs typeface="Calibri"/>
              </a:rPr>
              <a:t>Frontend</a:t>
            </a:r>
          </a:p>
          <a:p xmlns:a="http://schemas.openxmlformats.org/drawingml/2006/main">
            <a:pPr algn="l">
              <a:defRPr sz="2025" b="1">
                <a:solidFill>
                  <a:srgbClr val="091530"/>
                </a:solidFill>
                <a:latin typeface="Calibri"/>
                <a:ea typeface="Calibri"/>
                <a:cs typeface="Calibri"/>
              </a:defRPr>
            </a:pPr>
            <a:r>
              <a:rPr sz="2025" b="1">
                <a:solidFill>
                  <a:srgbClr val="091530"/>
                </a:solidFill>
                <a:latin typeface="Calibri"/>
                <a:ea typeface="Calibri"/>
                <a:cs typeface="Calibri"/>
              </a:rPr>
              <a:t>ECR y ECS</a:t>
            </a:r>
          </a:p>
        </p:txBody>
      </p:sp>
      <p:sp>
        <p:nvSpPr>
          <p:cNvPr id="17" name="">
            <a:extLst xmlns:a="http://schemas.openxmlformats.org/drawingml/2006/main">
              <a:ext uri="{FF2B5EF4-FFF2-40B4-BE49-F238E27FC236}">
                <a16:creationId xmlns:a16="http://schemas.microsoft.com/office/drawing/2014/main" id="{B7A61CBD-2E83-4EEE-8D47-F612E6460D8F}"/>
              </a:ext>
            </a:extLst>
          </p:cNvPr>
          <p:cNvSpPr>
            <a:spLocks xmlns:a="http://schemas.openxmlformats.org/drawingml/2006/main" noGrp="1"/>
          </p:cNvSpPr>
          <p:nvPr/>
        </p:nvSpPr>
        <p:spPr>
          <a:xfrm xmlns:a="http://schemas.openxmlformats.org/drawingml/2006/main">
            <a:off x="9277350" y="2952750"/>
            <a:ext cx="161925" cy="190500"/>
          </a:xfrm>
          <a:prstGeom xmlns:a="http://schemas.openxmlformats.org/drawingml/2006/main" prst="rightArrow">
            <a:avLst/>
          </a:prstGeom>
          <a:solidFill xmlns:a="http://schemas.openxmlformats.org/drawingml/2006/main">
            <a:srgbClr val="ED7D31"/>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17C1979-FC53-4F2B-8A67-44B65D3123D6}"/>
              </a:ext>
            </a:extLst>
          </p:cNvPr>
          <p:cNvSpPr>
            <a:spLocks xmlns:a="http://schemas.openxmlformats.org/drawingml/2006/main" noGrp="1"/>
          </p:cNvSpPr>
          <p:nvPr/>
        </p:nvSpPr>
        <p:spPr>
          <a:xfrm xmlns:a="http://schemas.openxmlformats.org/drawingml/2006/main">
            <a:off x="9477375" y="2524125"/>
            <a:ext cx="1885950" cy="1019175"/>
          </a:xfrm>
          <a:prstGeom xmlns:a="http://schemas.openxmlformats.org/drawingml/2006/main" prst="rect">
            <a:avLst/>
          </a:prstGeom>
          <a:solidFill xmlns:a="http://schemas.openxmlformats.org/drawingml/2006/main">
            <a:srgbClr val="F0F4F9"/>
          </a:solidFill>
          <a:ln xmlns:a="http://schemas.openxmlformats.org/drawingml/2006/main" w="9525">
            <a:solidFill>
              <a:srgbClr val="C8D5E8"/>
            </a:solidFill>
          </a:ln>
        </p:spPr>
      </p:sp>
      <p:sp>
        <p:nvSpPr>
          <p:cNvPr id="19" name="">
            <a:extLst xmlns:a="http://schemas.openxmlformats.org/drawingml/2006/main">
              <a:ext uri="{FF2B5EF4-FFF2-40B4-BE49-F238E27FC236}">
                <a16:creationId xmlns:a16="http://schemas.microsoft.com/office/drawing/2014/main" id="{65B019E9-8BE8-4EDA-B935-AD8710FE4CA9}"/>
              </a:ext>
            </a:extLst>
          </p:cNvPr>
          <p:cNvSpPr>
            <a:spLocks xmlns:a="http://schemas.openxmlformats.org/drawingml/2006/main" noGrp="1"/>
          </p:cNvSpPr>
          <p:nvPr/>
        </p:nvSpPr>
        <p:spPr>
          <a:xfrm xmlns:a="http://schemas.openxmlformats.org/drawingml/2006/main">
            <a:off x="9610725" y="2657475"/>
            <a:ext cx="1619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091530"/>
                </a:solidFill>
                <a:latin typeface="Calibri"/>
                <a:ea typeface="Calibri"/>
                <a:cs typeface="Calibri"/>
              </a:defRPr>
            </a:pPr>
            <a:r>
              <a:rPr sz="2025" b="1">
                <a:solidFill>
                  <a:srgbClr val="091530"/>
                </a:solidFill>
                <a:latin typeface="Calibri"/>
                <a:ea typeface="Calibri"/>
                <a:cs typeface="Calibri"/>
              </a:rPr>
              <a:t>Servicios</a:t>
            </a:r>
          </a:p>
          <a:p xmlns:a="http://schemas.openxmlformats.org/drawingml/2006/main">
            <a:pPr algn="l">
              <a:defRPr sz="2025" b="1">
                <a:solidFill>
                  <a:srgbClr val="091530"/>
                </a:solidFill>
                <a:latin typeface="Calibri"/>
                <a:ea typeface="Calibri"/>
                <a:cs typeface="Calibri"/>
              </a:defRPr>
            </a:pPr>
            <a:r>
              <a:rPr sz="2025" b="1">
                <a:solidFill>
                  <a:srgbClr val="091530"/>
                </a:solidFill>
                <a:latin typeface="Calibri"/>
                <a:ea typeface="Calibri"/>
                <a:cs typeface="Calibri"/>
              </a:rPr>
              <a:t>estables</a:t>
            </a:r>
          </a:p>
        </p:txBody>
      </p:sp>
      <p:sp>
        <p:nvSpPr>
          <p:cNvPr id="20" name="">
            <a:extLst xmlns:a="http://schemas.openxmlformats.org/drawingml/2006/main">
              <a:ext uri="{FF2B5EF4-FFF2-40B4-BE49-F238E27FC236}">
                <a16:creationId xmlns:a16="http://schemas.microsoft.com/office/drawing/2014/main" id="{FA1E4186-6B3B-4B32-B25E-CA110EBBA78E}"/>
              </a:ext>
            </a:extLst>
          </p:cNvPr>
          <p:cNvSpPr>
            <a:spLocks xmlns:a="http://schemas.openxmlformats.org/drawingml/2006/main" noGrp="1"/>
          </p:cNvSpPr>
          <p:nvPr/>
        </p:nvSpPr>
        <p:spPr>
          <a:xfrm xmlns:a="http://schemas.openxmlformats.org/drawingml/2006/main">
            <a:off x="923925" y="3705225"/>
            <a:ext cx="19716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0">
                <a:solidFill>
                  <a:srgbClr val="5A6478"/>
                </a:solidFill>
                <a:latin typeface="Calibri"/>
                <a:ea typeface="Calibri"/>
                <a:cs typeface="Calibri"/>
              </a:defRPr>
            </a:pPr>
            <a:r>
              <a:rPr sz="1800" b="0">
                <a:solidFill>
                  <a:srgbClr val="5A6478"/>
                </a:solidFill>
                <a:latin typeface="Calibri"/>
                <a:ea typeface="Calibri"/>
                <a:cs typeface="Calibri"/>
              </a:rPr>
              <a:t>Push o merge</a:t>
            </a:r>
          </a:p>
        </p:txBody>
      </p:sp>
      <p:sp>
        <p:nvSpPr>
          <p:cNvPr id="21" name="">
            <a:extLst xmlns:a="http://schemas.openxmlformats.org/drawingml/2006/main">
              <a:ext uri="{FF2B5EF4-FFF2-40B4-BE49-F238E27FC236}">
                <a16:creationId xmlns:a16="http://schemas.microsoft.com/office/drawing/2014/main" id="{C717785F-3879-4F92-BCE7-8BCC39CFEC87}"/>
              </a:ext>
            </a:extLst>
          </p:cNvPr>
          <p:cNvSpPr>
            <a:spLocks xmlns:a="http://schemas.openxmlformats.org/drawingml/2006/main" noGrp="1"/>
          </p:cNvSpPr>
          <p:nvPr/>
        </p:nvSpPr>
        <p:spPr>
          <a:xfrm xmlns:a="http://schemas.openxmlformats.org/drawingml/2006/main">
            <a:off x="3067050" y="3705225"/>
            <a:ext cx="19716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0">
                <a:solidFill>
                  <a:srgbClr val="5A6478"/>
                </a:solidFill>
                <a:latin typeface="Calibri"/>
                <a:ea typeface="Calibri"/>
                <a:cs typeface="Calibri"/>
              </a:defRPr>
            </a:pPr>
            <a:r>
              <a:rPr sz="1800" b="0">
                <a:solidFill>
                  <a:srgbClr val="5A6478"/>
                </a:solidFill>
                <a:latin typeface="Calibri"/>
                <a:ea typeface="Calibri"/>
                <a:cs typeface="Calibri"/>
              </a:rPr>
              <a:t>xUnit y web</a:t>
            </a:r>
          </a:p>
        </p:txBody>
      </p:sp>
      <p:sp>
        <p:nvSpPr>
          <p:cNvPr id="22" name="">
            <a:extLst xmlns:a="http://schemas.openxmlformats.org/drawingml/2006/main">
              <a:ext uri="{FF2B5EF4-FFF2-40B4-BE49-F238E27FC236}">
                <a16:creationId xmlns:a16="http://schemas.microsoft.com/office/drawing/2014/main" id="{EBD914DF-6C94-4224-B3E4-35A0927B26AB}"/>
              </a:ext>
            </a:extLst>
          </p:cNvPr>
          <p:cNvSpPr>
            <a:spLocks xmlns:a="http://schemas.openxmlformats.org/drawingml/2006/main" noGrp="1"/>
          </p:cNvSpPr>
          <p:nvPr/>
        </p:nvSpPr>
        <p:spPr>
          <a:xfrm xmlns:a="http://schemas.openxmlformats.org/drawingml/2006/main">
            <a:off x="5210175" y="3705225"/>
            <a:ext cx="19716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0">
                <a:solidFill>
                  <a:srgbClr val="5A6478"/>
                </a:solidFill>
                <a:latin typeface="Calibri"/>
                <a:ea typeface="Calibri"/>
                <a:cs typeface="Calibri"/>
              </a:defRPr>
            </a:pPr>
            <a:r>
              <a:rPr sz="1800" b="0">
                <a:solidFill>
                  <a:srgbClr val="5A6478"/>
                </a:solidFill>
                <a:latin typeface="Calibri"/>
                <a:ea typeface="Calibri"/>
                <a:cs typeface="Calibri"/>
              </a:rPr>
              <a:t>Imagen por SHA</a:t>
            </a:r>
          </a:p>
        </p:txBody>
      </p:sp>
      <p:sp>
        <p:nvSpPr>
          <p:cNvPr id="23" name="">
            <a:extLst xmlns:a="http://schemas.openxmlformats.org/drawingml/2006/main">
              <a:ext uri="{FF2B5EF4-FFF2-40B4-BE49-F238E27FC236}">
                <a16:creationId xmlns:a16="http://schemas.microsoft.com/office/drawing/2014/main" id="{9E971CCE-5948-4410-81A3-EAA6309E6020}"/>
              </a:ext>
            </a:extLst>
          </p:cNvPr>
          <p:cNvSpPr>
            <a:spLocks xmlns:a="http://schemas.openxmlformats.org/drawingml/2006/main" noGrp="1"/>
          </p:cNvSpPr>
          <p:nvPr/>
        </p:nvSpPr>
        <p:spPr>
          <a:xfrm xmlns:a="http://schemas.openxmlformats.org/drawingml/2006/main">
            <a:off x="7353300" y="3705225"/>
            <a:ext cx="19716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0">
                <a:solidFill>
                  <a:srgbClr val="5A6478"/>
                </a:solidFill>
                <a:latin typeface="Calibri"/>
                <a:ea typeface="Calibri"/>
                <a:cs typeface="Calibri"/>
              </a:defRPr>
            </a:pPr>
            <a:r>
              <a:rPr sz="1800" b="0">
                <a:solidFill>
                  <a:srgbClr val="5A6478"/>
                </a:solidFill>
                <a:latin typeface="Calibri"/>
                <a:ea typeface="Calibri"/>
                <a:cs typeface="Calibri"/>
              </a:rPr>
              <a:t>Después de API</a:t>
            </a:r>
          </a:p>
        </p:txBody>
      </p:sp>
      <p:sp>
        <p:nvSpPr>
          <p:cNvPr id="24" name="">
            <a:extLst xmlns:a="http://schemas.openxmlformats.org/drawingml/2006/main">
              <a:ext uri="{FF2B5EF4-FFF2-40B4-BE49-F238E27FC236}">
                <a16:creationId xmlns:a16="http://schemas.microsoft.com/office/drawing/2014/main" id="{2D50C03D-5458-4142-B5E8-1E4C324B2913}"/>
              </a:ext>
            </a:extLst>
          </p:cNvPr>
          <p:cNvSpPr>
            <a:spLocks xmlns:a="http://schemas.openxmlformats.org/drawingml/2006/main" noGrp="1"/>
          </p:cNvSpPr>
          <p:nvPr/>
        </p:nvSpPr>
        <p:spPr>
          <a:xfrm xmlns:a="http://schemas.openxmlformats.org/drawingml/2006/main">
            <a:off x="9496425" y="3705225"/>
            <a:ext cx="19716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0">
                <a:solidFill>
                  <a:srgbClr val="5A6478"/>
                </a:solidFill>
                <a:latin typeface="Calibri"/>
                <a:ea typeface="Calibri"/>
                <a:cs typeface="Calibri"/>
              </a:defRPr>
            </a:pPr>
            <a:r>
              <a:rPr sz="1800" b="0">
                <a:solidFill>
                  <a:srgbClr val="5A6478"/>
                </a:solidFill>
                <a:latin typeface="Calibri"/>
                <a:ea typeface="Calibri"/>
                <a:cs typeface="Calibri"/>
              </a:rPr>
              <a:t>Health checks</a:t>
            </a:r>
          </a:p>
        </p:txBody>
      </p:sp>
      <p:sp>
        <p:nvSpPr>
          <p:cNvPr id="25" name="">
            <a:extLst xmlns:a="http://schemas.openxmlformats.org/drawingml/2006/main">
              <a:ext uri="{FF2B5EF4-FFF2-40B4-BE49-F238E27FC236}">
                <a16:creationId xmlns:a16="http://schemas.microsoft.com/office/drawing/2014/main" id="{60632F0B-4AD1-4A33-AC3D-1225728A2DD8}"/>
              </a:ext>
            </a:extLst>
          </p:cNvPr>
          <p:cNvSpPr>
            <a:spLocks xmlns:a="http://schemas.openxmlformats.org/drawingml/2006/main" noGrp="1"/>
          </p:cNvSpPr>
          <p:nvPr/>
        </p:nvSpPr>
        <p:spPr>
          <a:xfrm xmlns:a="http://schemas.openxmlformats.org/drawingml/2006/main">
            <a:off x="971550" y="4610100"/>
            <a:ext cx="1009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1">
                <a:solidFill>
                  <a:srgbClr val="091530"/>
                </a:solidFill>
                <a:latin typeface="Calibri"/>
                <a:ea typeface="Calibri"/>
                <a:cs typeface="Calibri"/>
              </a:defRPr>
            </a:pPr>
            <a:r>
              <a:rPr sz="2250" b="1">
                <a:solidFill>
                  <a:srgbClr val="091530"/>
                </a:solidFill>
                <a:latin typeface="Calibri"/>
                <a:ea typeface="Calibri"/>
                <a:cs typeface="Calibri"/>
              </a:rPr>
              <a:t>Si una prueba falla, el pipeline bloquea el despliegue.</a:t>
            </a:r>
          </a:p>
        </p:txBody>
      </p:sp>
      <p:sp>
        <p:nvSpPr>
          <p:cNvPr id="26" name="">
            <a:extLst xmlns:a="http://schemas.openxmlformats.org/drawingml/2006/main">
              <a:ext uri="{FF2B5EF4-FFF2-40B4-BE49-F238E27FC236}">
                <a16:creationId xmlns:a16="http://schemas.microsoft.com/office/drawing/2014/main" id="{A13A8E6A-AFE5-4A34-87BC-75CA26FAA8A7}"/>
              </a:ext>
            </a:extLst>
          </p:cNvPr>
          <p:cNvSpPr>
            <a:spLocks xmlns:a="http://schemas.openxmlformats.org/drawingml/2006/main" noGrp="1"/>
          </p:cNvSpPr>
          <p:nvPr/>
        </p:nvSpPr>
        <p:spPr>
          <a:xfrm xmlns:a="http://schemas.openxmlformats.org/drawingml/2006/main">
            <a:off x="971550" y="5305425"/>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5A6478"/>
                </a:solidFill>
                <a:latin typeface="Calibri"/>
                <a:ea typeface="Calibri"/>
                <a:cs typeface="Calibri"/>
              </a:defRPr>
            </a:pPr>
            <a:r>
              <a:rPr sz="1950" b="0">
                <a:solidFill>
                  <a:srgbClr val="5A6478"/>
                </a:solidFill>
                <a:latin typeface="Calibri"/>
                <a:ea typeface="Calibri"/>
                <a:cs typeface="Calibri"/>
              </a:rPr>
              <a:t>AWS: autenticación OIDC con IAM. ECS espera estabilidad de cada servicio.</a:t>
            </a:r>
          </a:p>
        </p:txBody>
      </p:sp>
      <p:sp>
        <p:nvSpPr>
          <p:cNvPr id="27" name="">
            <a:extLst xmlns:a="http://schemas.openxmlformats.org/drawingml/2006/main">
              <a:ext uri="{FF2B5EF4-FFF2-40B4-BE49-F238E27FC236}">
                <a16:creationId xmlns:a16="http://schemas.microsoft.com/office/drawing/2014/main" id="{4A1FD5D1-F44E-4D03-A83C-3AD24319F661}"/>
              </a:ext>
            </a:extLst>
          </p:cNvPr>
          <p:cNvSpPr>
            <a:spLocks xmlns:a="http://schemas.openxmlformats.org/drawingml/2006/main" noGrp="1"/>
          </p:cNvSpPr>
          <p:nvPr/>
        </p:nvSpPr>
        <p:spPr>
          <a:xfrm xmlns:a="http://schemas.openxmlformats.org/drawingml/2006/main">
            <a:off x="828675" y="5924550"/>
            <a:ext cx="51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5A6478"/>
                </a:solidFill>
                <a:latin typeface="Calibri"/>
                <a:ea typeface="Calibri"/>
                <a:cs typeface="Calibri"/>
              </a:defRPr>
            </a:pPr>
            <a:r>
              <a:rPr sz="1425" b="0">
                <a:solidFill>
                  <a:srgbClr val="5A6478"/>
                </a:solidFill>
                <a:latin typeface="Calibri"/>
                <a:ea typeface="Calibri"/>
                <a:cs typeface="Calibri"/>
              </a:rPr>
              <a:t>11</a:t>
            </a:r>
          </a:p>
        </p:txBody>
      </p:sp>
    </p:spTree>
    <p:extLst>
      <p:ext uri="{BB962C8B-B14F-4D97-AF65-F5344CB8AC3E}">
        <p14:creationId xmlns:p14="http://schemas.microsoft.com/office/powerpoint/2010/main" val="1870136499"/>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19" name="Imagen 4"/>
          <p:cNvPicPr>
            <a:picLocks xmlns:a="http://schemas.openxmlformats.org/drawingml/2006/main" noChangeAspect="1"/>
          </p:cNvPicPr>
          <p:nvPr/>
        </p:nvPicPr>
        <p:blipFill>
          <a:blip xmlns:r="http://schemas.openxmlformats.org/officeDocument/2006/relationships" xmlns:a="http://schemas.openxmlformats.org/drawingml/2006/main" r:embed="Rcf92e8445b2f4cbb"/>
          <a:srcRect xmlns:a="http://schemas.openxmlformats.org/drawingml/2006/main" l="0" t="0" r="0" b="0"/>
          <a:stretch xmlns:a="http://schemas.openxmlformats.org/drawingml/2006/main"/>
        </p:blipFill>
        <p:spPr>
          <a:xfrm xmlns:a="http://schemas.openxmlformats.org/drawingml/2006/main">
            <a:off x="2" y="0"/>
            <a:ext cx="12213601" cy="6857999"/>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260F7F0-B43F-4E9D-8ACC-5A743DE5567E}"/>
              </a:ext>
            </a:extLst>
          </p:cNvPr>
          <p:cNvSpPr>
            <a:spLocks xmlns:a="http://schemas.openxmlformats.org/drawingml/2006/main" noGrp="1"/>
          </p:cNvSpPr>
          <p:nvPr/>
        </p:nvSpPr>
        <p:spPr>
          <a:xfrm xmlns:a="http://schemas.openxmlformats.org/drawingml/2006/main">
            <a:off x="2571750" y="666750"/>
            <a:ext cx="857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225" b="1">
                <a:solidFill>
                  <a:srgbClr val="091530"/>
                </a:solidFill>
                <a:latin typeface="Calibri"/>
                <a:ea typeface="Calibri"/>
                <a:cs typeface="Calibri"/>
              </a:defRPr>
            </a:pPr>
            <a:r>
              <a:rPr sz="3225" b="1">
                <a:solidFill>
                  <a:srgbClr val="091530"/>
                </a:solidFill>
                <a:latin typeface="Calibri"/>
                <a:ea typeface="Calibri"/>
                <a:cs typeface="Calibri"/>
              </a:rPr>
              <a:t>Lo que falta: integración ERP</a:t>
            </a:r>
          </a:p>
        </p:txBody>
      </p:sp>
      <p:sp>
        <p:nvSpPr>
          <p:cNvPr id="5" name="">
            <a:extLst xmlns:a="http://schemas.openxmlformats.org/drawingml/2006/main">
              <a:ext uri="{FF2B5EF4-FFF2-40B4-BE49-F238E27FC236}">
                <a16:creationId xmlns:a16="http://schemas.microsoft.com/office/drawing/2014/main" id="{E45C1E82-ED88-4E73-9227-5512BAA608A4}"/>
              </a:ext>
            </a:extLst>
          </p:cNvPr>
          <p:cNvSpPr>
            <a:spLocks xmlns:a="http://schemas.openxmlformats.org/drawingml/2006/main" noGrp="1"/>
          </p:cNvSpPr>
          <p:nvPr/>
        </p:nvSpPr>
        <p:spPr>
          <a:xfrm xmlns:a="http://schemas.openxmlformats.org/drawingml/2006/main">
            <a:off x="2609850" y="1504950"/>
            <a:ext cx="8382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5A6478"/>
                </a:solidFill>
                <a:latin typeface="Calibri"/>
                <a:ea typeface="Calibri"/>
                <a:cs typeface="Calibri"/>
              </a:defRPr>
            </a:pPr>
            <a:r>
              <a:rPr sz="1650" b="0">
                <a:solidFill>
                  <a:srgbClr val="5A6478"/>
                </a:solidFill>
                <a:latin typeface="Calibri"/>
                <a:ea typeface="Calibri"/>
                <a:cs typeface="Calibri"/>
              </a:rPr>
              <a:t>Pendiente funcional de la plataforma web</a:t>
            </a:r>
          </a:p>
        </p:txBody>
      </p:sp>
      <p:sp>
        <p:nvSpPr>
          <p:cNvPr id="6" name="">
            <a:extLst xmlns:a="http://schemas.openxmlformats.org/drawingml/2006/main">
              <a:ext uri="{FF2B5EF4-FFF2-40B4-BE49-F238E27FC236}">
                <a16:creationId xmlns:a16="http://schemas.microsoft.com/office/drawing/2014/main" id="{08083CEA-6558-47D2-B52F-D224B8EB8201}"/>
              </a:ext>
            </a:extLst>
          </p:cNvPr>
          <p:cNvSpPr>
            <a:spLocks xmlns:a="http://schemas.openxmlformats.org/drawingml/2006/main" noGrp="1"/>
          </p:cNvSpPr>
          <p:nvPr/>
        </p:nvSpPr>
        <p:spPr>
          <a:xfrm xmlns:a="http://schemas.openxmlformats.org/drawingml/2006/main">
            <a:off x="981075" y="2447925"/>
            <a:ext cx="2867025" cy="1019175"/>
          </a:xfrm>
          <a:prstGeom xmlns:a="http://schemas.openxmlformats.org/drawingml/2006/main" prst="rect">
            <a:avLst/>
          </a:prstGeom>
          <a:solidFill xmlns:a="http://schemas.openxmlformats.org/drawingml/2006/main">
            <a:srgbClr val="F0F4F9"/>
          </a:solidFill>
          <a:ln xmlns:a="http://schemas.openxmlformats.org/drawingml/2006/main" w="9525">
            <a:solidFill>
              <a:srgbClr val="C8D5E8"/>
            </a:solidFill>
          </a:ln>
        </p:spPr>
      </p:sp>
      <p:sp>
        <p:nvSpPr>
          <p:cNvPr id="7" name="">
            <a:extLst xmlns:a="http://schemas.openxmlformats.org/drawingml/2006/main">
              <a:ext uri="{FF2B5EF4-FFF2-40B4-BE49-F238E27FC236}">
                <a16:creationId xmlns:a16="http://schemas.microsoft.com/office/drawing/2014/main" id="{28C300D1-A387-4CCF-807A-CE66D0BD2C01}"/>
              </a:ext>
            </a:extLst>
          </p:cNvPr>
          <p:cNvSpPr>
            <a:spLocks xmlns:a="http://schemas.openxmlformats.org/drawingml/2006/main" noGrp="1"/>
          </p:cNvSpPr>
          <p:nvPr/>
        </p:nvSpPr>
        <p:spPr>
          <a:xfrm xmlns:a="http://schemas.openxmlformats.org/drawingml/2006/main">
            <a:off x="1114425" y="2581275"/>
            <a:ext cx="26003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091530"/>
                </a:solidFill>
                <a:latin typeface="Calibri"/>
                <a:ea typeface="Calibri"/>
                <a:cs typeface="Calibri"/>
              </a:defRPr>
            </a:pPr>
            <a:r>
              <a:rPr sz="2025" b="1">
                <a:solidFill>
                  <a:srgbClr val="091530"/>
                </a:solidFill>
                <a:latin typeface="Calibri"/>
                <a:ea typeface="Calibri"/>
                <a:cs typeface="Calibri"/>
              </a:rPr>
              <a:t>ItalGranja</a:t>
            </a:r>
          </a:p>
          <a:p xmlns:a="http://schemas.openxmlformats.org/drawingml/2006/main">
            <a:pPr algn="l">
              <a:defRPr sz="2025" b="1">
                <a:solidFill>
                  <a:srgbClr val="091530"/>
                </a:solidFill>
                <a:latin typeface="Calibri"/>
                <a:ea typeface="Calibri"/>
                <a:cs typeface="Calibri"/>
              </a:defRPr>
            </a:pPr>
            <a:r>
              <a:rPr sz="2025" b="1">
                <a:solidFill>
                  <a:srgbClr val="091530"/>
                </a:solidFill>
                <a:latin typeface="Calibri"/>
                <a:ea typeface="Calibri"/>
                <a:cs typeface="Calibri"/>
              </a:rPr>
              <a:t>Operación avícola</a:t>
            </a:r>
          </a:p>
        </p:txBody>
      </p:sp>
      <p:sp>
        <p:nvSpPr>
          <p:cNvPr id="8" name="">
            <a:extLst xmlns:a="http://schemas.openxmlformats.org/drawingml/2006/main">
              <a:ext uri="{FF2B5EF4-FFF2-40B4-BE49-F238E27FC236}">
                <a16:creationId xmlns:a16="http://schemas.microsoft.com/office/drawing/2014/main" id="{6817AFB8-8996-441E-92BA-FE5AD2C01E04}"/>
              </a:ext>
            </a:extLst>
          </p:cNvPr>
          <p:cNvSpPr>
            <a:spLocks xmlns:a="http://schemas.openxmlformats.org/drawingml/2006/main" noGrp="1"/>
          </p:cNvSpPr>
          <p:nvPr/>
        </p:nvSpPr>
        <p:spPr>
          <a:xfrm xmlns:a="http://schemas.openxmlformats.org/drawingml/2006/main">
            <a:off x="4038600" y="2867025"/>
            <a:ext cx="561975" cy="190500"/>
          </a:xfrm>
          <a:prstGeom xmlns:a="http://schemas.openxmlformats.org/drawingml/2006/main" prst="rightArrow">
            <a:avLst/>
          </a:prstGeom>
          <a:solidFill xmlns:a="http://schemas.openxmlformats.org/drawingml/2006/main">
            <a:srgbClr val="ED7D31"/>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07F2F6F-62A2-489B-AC5D-28CAE1210D97}"/>
              </a:ext>
            </a:extLst>
          </p:cNvPr>
          <p:cNvSpPr>
            <a:spLocks xmlns:a="http://schemas.openxmlformats.org/drawingml/2006/main" noGrp="1"/>
          </p:cNvSpPr>
          <p:nvPr/>
        </p:nvSpPr>
        <p:spPr>
          <a:xfrm xmlns:a="http://schemas.openxmlformats.org/drawingml/2006/main">
            <a:off x="4838700" y="2447925"/>
            <a:ext cx="2714625" cy="1019175"/>
          </a:xfrm>
          <a:prstGeom xmlns:a="http://schemas.openxmlformats.org/drawingml/2006/main" prst="rect">
            <a:avLst/>
          </a:prstGeom>
          <a:solidFill xmlns:a="http://schemas.openxmlformats.org/drawingml/2006/main">
            <a:srgbClr val="F0F4F9"/>
          </a:solidFill>
          <a:ln xmlns:a="http://schemas.openxmlformats.org/drawingml/2006/main" w="9525">
            <a:solidFill>
              <a:srgbClr val="C8D5E8"/>
            </a:solidFill>
          </a:ln>
        </p:spPr>
      </p:sp>
      <p:sp>
        <p:nvSpPr>
          <p:cNvPr id="10" name="">
            <a:extLst xmlns:a="http://schemas.openxmlformats.org/drawingml/2006/main">
              <a:ext uri="{FF2B5EF4-FFF2-40B4-BE49-F238E27FC236}">
                <a16:creationId xmlns:a16="http://schemas.microsoft.com/office/drawing/2014/main" id="{E0DF4E19-0465-4CCE-8D7A-C786BDC88509}"/>
              </a:ext>
            </a:extLst>
          </p:cNvPr>
          <p:cNvSpPr>
            <a:spLocks xmlns:a="http://schemas.openxmlformats.org/drawingml/2006/main" noGrp="1"/>
          </p:cNvSpPr>
          <p:nvPr/>
        </p:nvSpPr>
        <p:spPr>
          <a:xfrm xmlns:a="http://schemas.openxmlformats.org/drawingml/2006/main">
            <a:off x="4972050" y="2581275"/>
            <a:ext cx="24479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091530"/>
                </a:solidFill>
                <a:latin typeface="Calibri"/>
                <a:ea typeface="Calibri"/>
                <a:cs typeface="Calibri"/>
              </a:defRPr>
            </a:pPr>
            <a:r>
              <a:rPr sz="2025" b="1">
                <a:solidFill>
                  <a:srgbClr val="091530"/>
                </a:solidFill>
                <a:latin typeface="Calibri"/>
                <a:ea typeface="Calibri"/>
                <a:cs typeface="Calibri"/>
              </a:rPr>
              <a:t>Integración</a:t>
            </a:r>
          </a:p>
          <a:p xmlns:a="http://schemas.openxmlformats.org/drawingml/2006/main">
            <a:pPr algn="l">
              <a:defRPr sz="2025" b="1">
                <a:solidFill>
                  <a:srgbClr val="091530"/>
                </a:solidFill>
                <a:latin typeface="Calibri"/>
                <a:ea typeface="Calibri"/>
                <a:cs typeface="Calibri"/>
              </a:defRPr>
            </a:pPr>
            <a:r>
              <a:rPr sz="2025" b="1">
                <a:solidFill>
                  <a:srgbClr val="091530"/>
                </a:solidFill>
                <a:latin typeface="Calibri"/>
                <a:ea typeface="Calibri"/>
                <a:cs typeface="Calibri"/>
              </a:rPr>
              <a:t>por desarrollar</a:t>
            </a:r>
          </a:p>
        </p:txBody>
      </p:sp>
      <p:sp>
        <p:nvSpPr>
          <p:cNvPr id="11" name="">
            <a:extLst xmlns:a="http://schemas.openxmlformats.org/drawingml/2006/main">
              <a:ext uri="{FF2B5EF4-FFF2-40B4-BE49-F238E27FC236}">
                <a16:creationId xmlns:a16="http://schemas.microsoft.com/office/drawing/2014/main" id="{3CCD937C-C2D8-4DB4-B598-8DB0AD0AF5AD}"/>
              </a:ext>
            </a:extLst>
          </p:cNvPr>
          <p:cNvSpPr>
            <a:spLocks xmlns:a="http://schemas.openxmlformats.org/drawingml/2006/main" noGrp="1"/>
          </p:cNvSpPr>
          <p:nvPr/>
        </p:nvSpPr>
        <p:spPr>
          <a:xfrm xmlns:a="http://schemas.openxmlformats.org/drawingml/2006/main">
            <a:off x="7743825" y="2867025"/>
            <a:ext cx="561975" cy="190500"/>
          </a:xfrm>
          <a:prstGeom xmlns:a="http://schemas.openxmlformats.org/drawingml/2006/main" prst="rightArrow">
            <a:avLst/>
          </a:prstGeom>
          <a:solidFill xmlns:a="http://schemas.openxmlformats.org/drawingml/2006/main">
            <a:srgbClr val="ED7D3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AF93D4A-82B6-46C1-A4B8-5EE03CBD8728}"/>
              </a:ext>
            </a:extLst>
          </p:cNvPr>
          <p:cNvSpPr>
            <a:spLocks xmlns:a="http://schemas.openxmlformats.org/drawingml/2006/main" noGrp="1"/>
          </p:cNvSpPr>
          <p:nvPr/>
        </p:nvSpPr>
        <p:spPr>
          <a:xfrm xmlns:a="http://schemas.openxmlformats.org/drawingml/2006/main">
            <a:off x="8543925" y="2447925"/>
            <a:ext cx="2790825" cy="1019175"/>
          </a:xfrm>
          <a:prstGeom xmlns:a="http://schemas.openxmlformats.org/drawingml/2006/main" prst="rect">
            <a:avLst/>
          </a:prstGeom>
          <a:solidFill xmlns:a="http://schemas.openxmlformats.org/drawingml/2006/main">
            <a:srgbClr val="F0F4F9"/>
          </a:solidFill>
          <a:ln xmlns:a="http://schemas.openxmlformats.org/drawingml/2006/main" w="9525">
            <a:solidFill>
              <a:srgbClr val="C8D5E8"/>
            </a:solidFill>
          </a:ln>
        </p:spPr>
      </p:sp>
      <p:sp>
        <p:nvSpPr>
          <p:cNvPr id="13" name="">
            <a:extLst xmlns:a="http://schemas.openxmlformats.org/drawingml/2006/main">
              <a:ext uri="{FF2B5EF4-FFF2-40B4-BE49-F238E27FC236}">
                <a16:creationId xmlns:a16="http://schemas.microsoft.com/office/drawing/2014/main" id="{6BFB578C-BD4A-4639-80F1-2317FF857232}"/>
              </a:ext>
            </a:extLst>
          </p:cNvPr>
          <p:cNvSpPr>
            <a:spLocks xmlns:a="http://schemas.openxmlformats.org/drawingml/2006/main" noGrp="1"/>
          </p:cNvSpPr>
          <p:nvPr/>
        </p:nvSpPr>
        <p:spPr>
          <a:xfrm xmlns:a="http://schemas.openxmlformats.org/drawingml/2006/main">
            <a:off x="8677275" y="2581275"/>
            <a:ext cx="25241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091530"/>
                </a:solidFill>
                <a:latin typeface="Calibri"/>
                <a:ea typeface="Calibri"/>
                <a:cs typeface="Calibri"/>
              </a:defRPr>
            </a:pPr>
            <a:r>
              <a:rPr sz="2025" b="1">
                <a:solidFill>
                  <a:srgbClr val="091530"/>
                </a:solidFill>
                <a:latin typeface="Calibri"/>
                <a:ea typeface="Calibri"/>
                <a:cs typeface="Calibri"/>
              </a:rPr>
              <a:t>ERP</a:t>
            </a:r>
          </a:p>
          <a:p xmlns:a="http://schemas.openxmlformats.org/drawingml/2006/main">
            <a:pPr algn="l">
              <a:defRPr sz="2025" b="1">
                <a:solidFill>
                  <a:srgbClr val="091530"/>
                </a:solidFill>
                <a:latin typeface="Calibri"/>
                <a:ea typeface="Calibri"/>
                <a:cs typeface="Calibri"/>
              </a:defRPr>
            </a:pPr>
            <a:r>
              <a:rPr sz="2025" b="1">
                <a:solidFill>
                  <a:srgbClr val="091530"/>
                </a:solidFill>
                <a:latin typeface="Calibri"/>
                <a:ea typeface="Calibri"/>
                <a:cs typeface="Calibri"/>
              </a:rPr>
              <a:t>Gestión empresarial</a:t>
            </a:r>
          </a:p>
        </p:txBody>
      </p:sp>
      <p:sp>
        <p:nvSpPr>
          <p:cNvPr id="14" name="">
            <a:extLst xmlns:a="http://schemas.openxmlformats.org/drawingml/2006/main">
              <a:ext uri="{FF2B5EF4-FFF2-40B4-BE49-F238E27FC236}">
                <a16:creationId xmlns:a16="http://schemas.microsoft.com/office/drawing/2014/main" id="{0059F447-9EBB-4A5A-BA1D-73C16A1B1D93}"/>
              </a:ext>
            </a:extLst>
          </p:cNvPr>
          <p:cNvSpPr>
            <a:spLocks xmlns:a="http://schemas.openxmlformats.org/drawingml/2006/main" noGrp="1"/>
          </p:cNvSpPr>
          <p:nvPr/>
        </p:nvSpPr>
        <p:spPr>
          <a:xfrm xmlns:a="http://schemas.openxmlformats.org/drawingml/2006/main">
            <a:off x="981075" y="3943350"/>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1">
                <a:solidFill>
                  <a:srgbClr val="4472C4"/>
                </a:solidFill>
                <a:latin typeface="Calibri"/>
                <a:ea typeface="Calibri"/>
                <a:cs typeface="Calibri"/>
              </a:defRPr>
            </a:pPr>
            <a:r>
              <a:rPr sz="2325" b="1">
                <a:solidFill>
                  <a:srgbClr val="4472C4"/>
                </a:solidFill>
                <a:latin typeface="Calibri"/>
                <a:ea typeface="Calibri"/>
                <a:cs typeface="Calibri"/>
              </a:rPr>
              <a:t>Objetivo</a:t>
            </a:r>
          </a:p>
        </p:txBody>
      </p:sp>
      <p:sp>
        <p:nvSpPr>
          <p:cNvPr id="15" name="">
            <a:extLst xmlns:a="http://schemas.openxmlformats.org/drawingml/2006/main">
              <a:ext uri="{FF2B5EF4-FFF2-40B4-BE49-F238E27FC236}">
                <a16:creationId xmlns:a16="http://schemas.microsoft.com/office/drawing/2014/main" id="{F3B2DAFE-F644-4592-8DC0-329A504964CF}"/>
              </a:ext>
            </a:extLst>
          </p:cNvPr>
          <p:cNvSpPr>
            <a:spLocks xmlns:a="http://schemas.openxmlformats.org/drawingml/2006/main" noGrp="1"/>
          </p:cNvSpPr>
          <p:nvPr/>
        </p:nvSpPr>
        <p:spPr>
          <a:xfrm xmlns:a="http://schemas.openxmlformats.org/drawingml/2006/main">
            <a:off x="981075" y="4352925"/>
            <a:ext cx="10287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5A6478"/>
                </a:solidFill>
                <a:latin typeface="Calibri"/>
                <a:ea typeface="Calibri"/>
                <a:cs typeface="Calibri"/>
              </a:defRPr>
            </a:pPr>
            <a:r>
              <a:rPr sz="2025" b="0">
                <a:solidFill>
                  <a:srgbClr val="5A6478"/>
                </a:solidFill>
                <a:latin typeface="Calibri"/>
                <a:ea typeface="Calibri"/>
                <a:cs typeface="Calibri"/>
              </a:rPr>
              <a:t>Conectar la operación con el sistema empresarial.</a:t>
            </a:r>
          </a:p>
        </p:txBody>
      </p:sp>
      <p:sp>
        <p:nvSpPr>
          <p:cNvPr id="16" name="">
            <a:extLst xmlns:a="http://schemas.openxmlformats.org/drawingml/2006/main">
              <a:ext uri="{FF2B5EF4-FFF2-40B4-BE49-F238E27FC236}">
                <a16:creationId xmlns:a16="http://schemas.microsoft.com/office/drawing/2014/main" id="{AC1EF68F-0941-4A62-9255-2D90CD0B672D}"/>
              </a:ext>
            </a:extLst>
          </p:cNvPr>
          <p:cNvSpPr>
            <a:spLocks xmlns:a="http://schemas.openxmlformats.org/drawingml/2006/main" noGrp="1"/>
          </p:cNvSpPr>
          <p:nvPr/>
        </p:nvSpPr>
        <p:spPr>
          <a:xfrm xmlns:a="http://schemas.openxmlformats.org/drawingml/2006/main">
            <a:off x="981075" y="4781550"/>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1">
                <a:solidFill>
                  <a:srgbClr val="4472C4"/>
                </a:solidFill>
                <a:latin typeface="Calibri"/>
                <a:ea typeface="Calibri"/>
                <a:cs typeface="Calibri"/>
              </a:defRPr>
            </a:pPr>
            <a:r>
              <a:rPr sz="2325" b="1">
                <a:solidFill>
                  <a:srgbClr val="4472C4"/>
                </a:solidFill>
                <a:latin typeface="Calibri"/>
                <a:ea typeface="Calibri"/>
                <a:cs typeface="Calibri"/>
              </a:rPr>
              <a:t>Definición con el equipo ERP</a:t>
            </a:r>
          </a:p>
        </p:txBody>
      </p:sp>
      <p:sp>
        <p:nvSpPr>
          <p:cNvPr id="17" name="">
            <a:extLst xmlns:a="http://schemas.openxmlformats.org/drawingml/2006/main">
              <a:ext uri="{FF2B5EF4-FFF2-40B4-BE49-F238E27FC236}">
                <a16:creationId xmlns:a16="http://schemas.microsoft.com/office/drawing/2014/main" id="{679E641C-2611-4FA8-93EA-A8ED516EBA12}"/>
              </a:ext>
            </a:extLst>
          </p:cNvPr>
          <p:cNvSpPr>
            <a:spLocks xmlns:a="http://schemas.openxmlformats.org/drawingml/2006/main" noGrp="1"/>
          </p:cNvSpPr>
          <p:nvPr/>
        </p:nvSpPr>
        <p:spPr>
          <a:xfrm xmlns:a="http://schemas.openxmlformats.org/drawingml/2006/main">
            <a:off x="981075" y="5191125"/>
            <a:ext cx="10287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5A6478"/>
                </a:solidFill>
                <a:latin typeface="Calibri"/>
                <a:ea typeface="Calibri"/>
                <a:cs typeface="Calibri"/>
              </a:defRPr>
            </a:pPr>
            <a:r>
              <a:rPr sz="2025" b="0">
                <a:solidFill>
                  <a:srgbClr val="5A6478"/>
                </a:solidFill>
                <a:latin typeface="Calibri"/>
                <a:ea typeface="Calibri"/>
                <a:cs typeface="Calibri"/>
              </a:rPr>
              <a:t>Datos, validaciones y frecuencia del intercambio.</a:t>
            </a:r>
          </a:p>
        </p:txBody>
      </p:sp>
      <p:sp>
        <p:nvSpPr>
          <p:cNvPr id="18" name="">
            <a:extLst xmlns:a="http://schemas.openxmlformats.org/drawingml/2006/main">
              <a:ext uri="{FF2B5EF4-FFF2-40B4-BE49-F238E27FC236}">
                <a16:creationId xmlns:a16="http://schemas.microsoft.com/office/drawing/2014/main" id="{5DA9B49A-13A0-448F-A068-86E63E618FF4}"/>
              </a:ext>
            </a:extLst>
          </p:cNvPr>
          <p:cNvSpPr>
            <a:spLocks xmlns:a="http://schemas.openxmlformats.org/drawingml/2006/main" noGrp="1"/>
          </p:cNvSpPr>
          <p:nvPr/>
        </p:nvSpPr>
        <p:spPr>
          <a:xfrm xmlns:a="http://schemas.openxmlformats.org/drawingml/2006/main">
            <a:off x="828675" y="5924550"/>
            <a:ext cx="51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5A6478"/>
                </a:solidFill>
                <a:latin typeface="Calibri"/>
                <a:ea typeface="Calibri"/>
                <a:cs typeface="Calibri"/>
              </a:defRPr>
            </a:pPr>
            <a:r>
              <a:rPr sz="1425" b="0">
                <a:solidFill>
                  <a:srgbClr val="5A6478"/>
                </a:solidFill>
                <a:latin typeface="Calibri"/>
                <a:ea typeface="Calibri"/>
                <a:cs typeface="Calibri"/>
              </a:rPr>
              <a:t>12</a:t>
            </a:r>
          </a:p>
        </p:txBody>
      </p:sp>
    </p:spTree>
    <p:extLst>
      <p:ext uri="{BB962C8B-B14F-4D97-AF65-F5344CB8AC3E}">
        <p14:creationId xmlns:p14="http://schemas.microsoft.com/office/powerpoint/2010/main" val="1870136499"/>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8" name="Imagen 2"/>
          <p:cNvPicPr>
            <a:picLocks xmlns:a="http://schemas.openxmlformats.org/drawingml/2006/main" noChangeAspect="1"/>
          </p:cNvPicPr>
          <p:nvPr/>
        </p:nvPicPr>
        <p:blipFill rotWithShape="1">
          <a:blip xmlns:r="http://schemas.openxmlformats.org/officeDocument/2006/relationships" xmlns:a="http://schemas.openxmlformats.org/drawingml/2006/main" r:embed="Ra2c8e67f597d475f"/>
          <a:srcRect xmlns:a="http://schemas.openxmlformats.org/drawingml/2006/main" l="0" t="0" r="13494" b="0"/>
          <a:stretch xmlns:a="http://schemas.openxmlformats.org/drawingml/2006/main"/>
        </p:blipFill>
        <p:spPr>
          <a:xfrm xmlns:a="http://schemas.openxmlformats.org/drawingml/2006/main">
            <a:off x="4047740" y="242655"/>
            <a:ext cx="8165863" cy="6286813"/>
          </a:xfrm>
          <a:prstGeom xmlns:a="http://schemas.openxmlformats.org/drawingml/2006/main" prst="rect">
            <a:avLst/>
          </a:prstGeom>
        </p:spPr>
      </p:pic>
      <p:pic>
        <p:nvPicPr>
          <p:cNvPr id="9" name="Imagen 4"/>
          <p:cNvPicPr>
            <a:picLocks xmlns:a="http://schemas.openxmlformats.org/drawingml/2006/main" noChangeAspect="1"/>
          </p:cNvPicPr>
          <p:nvPr/>
        </p:nvPicPr>
        <p:blipFill>
          <a:blip xmlns:r="http://schemas.openxmlformats.org/officeDocument/2006/relationships" xmlns:a="http://schemas.openxmlformats.org/drawingml/2006/main" r:embed="Ra5b136eacbc345d4"/>
          <a:srcRect xmlns:a="http://schemas.openxmlformats.org/drawingml/2006/main" l="0" t="0" r="0" b="0"/>
          <a:stretch xmlns:a="http://schemas.openxmlformats.org/drawingml/2006/main"/>
        </p:blipFill>
        <p:spPr>
          <a:xfrm xmlns:a="http://schemas.openxmlformats.org/drawingml/2006/main">
            <a:off x="2" y="0"/>
            <a:ext cx="12213601" cy="685799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ACD3667-C16D-47D3-8E10-AC9D69637ECE}"/>
              </a:ext>
            </a:extLst>
          </p:cNvPr>
          <p:cNvSpPr>
            <a:spLocks xmlns:a="http://schemas.openxmlformats.org/drawingml/2006/main" noGrp="1"/>
          </p:cNvSpPr>
          <p:nvPr/>
        </p:nvSpPr>
        <p:spPr>
          <a:xfrm xmlns:a="http://schemas.openxmlformats.org/drawingml/2006/main">
            <a:off x="1057275" y="2581275"/>
            <a:ext cx="42291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600" b="1">
                <a:solidFill>
                  <a:srgbClr val="FFFFFF"/>
                </a:solidFill>
                <a:latin typeface="Calibri"/>
                <a:ea typeface="Calibri"/>
                <a:cs typeface="Calibri"/>
              </a:defRPr>
            </a:pPr>
            <a:r>
              <a:rPr sz="3600" b="1">
                <a:solidFill>
                  <a:srgbClr val="FFFFFF"/>
                </a:solidFill>
                <a:latin typeface="Calibri"/>
                <a:ea typeface="Calibri"/>
                <a:cs typeface="Calibri"/>
              </a:rPr>
              <a:t>Demostración</a:t>
            </a:r>
          </a:p>
          <a:p xmlns:a="http://schemas.openxmlformats.org/drawingml/2006/main">
            <a:pPr algn="l">
              <a:defRPr sz="3600" b="1">
                <a:solidFill>
                  <a:srgbClr val="FFFFFF"/>
                </a:solidFill>
                <a:latin typeface="Calibri"/>
                <a:ea typeface="Calibri"/>
                <a:cs typeface="Calibri"/>
              </a:defRPr>
            </a:pPr>
            <a:r>
              <a:rPr sz="3600" b="1">
                <a:solidFill>
                  <a:srgbClr val="FFFFFF"/>
                </a:solidFill>
                <a:latin typeface="Calibri"/>
                <a:ea typeface="Calibri"/>
                <a:cs typeface="Calibri"/>
              </a:rPr>
              <a:t>en vivo</a:t>
            </a:r>
          </a:p>
        </p:txBody>
      </p:sp>
      <p:sp>
        <p:nvSpPr>
          <p:cNvPr id="6" name="">
            <a:extLst xmlns:a="http://schemas.openxmlformats.org/drawingml/2006/main">
              <a:ext uri="{FF2B5EF4-FFF2-40B4-BE49-F238E27FC236}">
                <a16:creationId xmlns:a16="http://schemas.microsoft.com/office/drawing/2014/main" id="{EE36A08E-7C1E-4634-AF7D-DA0E550E7DE7}"/>
              </a:ext>
            </a:extLst>
          </p:cNvPr>
          <p:cNvSpPr>
            <a:spLocks xmlns:a="http://schemas.openxmlformats.org/drawingml/2006/main" noGrp="1"/>
          </p:cNvSpPr>
          <p:nvPr/>
        </p:nvSpPr>
        <p:spPr>
          <a:xfrm xmlns:a="http://schemas.openxmlformats.org/drawingml/2006/main">
            <a:off x="1076325" y="3943350"/>
            <a:ext cx="4000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FFFFFF"/>
                </a:solidFill>
                <a:latin typeface="Calibri"/>
                <a:ea typeface="Calibri"/>
                <a:cs typeface="Calibri"/>
              </a:defRPr>
            </a:pPr>
            <a:r>
              <a:rPr sz="2550" b="1">
                <a:solidFill>
                  <a:srgbClr val="FFFFFF"/>
                </a:solidFill>
                <a:latin typeface="Calibri"/>
                <a:ea typeface="Calibri"/>
                <a:cs typeface="Calibri"/>
              </a:rPr>
              <a:t>8 minutos</a:t>
            </a:r>
          </a:p>
        </p:txBody>
      </p:sp>
      <p:sp>
        <p:nvSpPr>
          <p:cNvPr id="7" name="">
            <a:extLst xmlns:a="http://schemas.openxmlformats.org/drawingml/2006/main">
              <a:ext uri="{FF2B5EF4-FFF2-40B4-BE49-F238E27FC236}">
                <a16:creationId xmlns:a16="http://schemas.microsoft.com/office/drawing/2014/main" id="{9EAB3A74-4B0A-49A4-97C0-0BDA1430D8CB}"/>
              </a:ext>
            </a:extLst>
          </p:cNvPr>
          <p:cNvSpPr>
            <a:spLocks xmlns:a="http://schemas.openxmlformats.org/drawingml/2006/main" noGrp="1"/>
          </p:cNvSpPr>
          <p:nvPr/>
        </p:nvSpPr>
        <p:spPr>
          <a:xfrm xmlns:a="http://schemas.openxmlformats.org/drawingml/2006/main">
            <a:off x="1076325" y="4581525"/>
            <a:ext cx="40957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0">
                <a:solidFill>
                  <a:srgbClr val="FFFFFF"/>
                </a:solidFill>
                <a:latin typeface="Calibri"/>
                <a:ea typeface="Calibri"/>
                <a:cs typeface="Calibri"/>
              </a:defRPr>
            </a:pPr>
            <a:r>
              <a:rPr sz="2100" b="0">
                <a:solidFill>
                  <a:srgbClr val="FFFFFF"/>
                </a:solidFill>
                <a:latin typeface="Calibri"/>
                <a:ea typeface="Calibri"/>
                <a:cs typeface="Calibri"/>
              </a:rPr>
              <a:t>Login y contexto</a:t>
            </a:r>
          </a:p>
          <a:p xmlns:a="http://schemas.openxmlformats.org/drawingml/2006/main">
            <a:pPr algn="l">
              <a:defRPr sz="2100" b="0">
                <a:solidFill>
                  <a:srgbClr val="FFFFFF"/>
                </a:solidFill>
                <a:latin typeface="Calibri"/>
                <a:ea typeface="Calibri"/>
                <a:cs typeface="Calibri"/>
              </a:defRPr>
            </a:pPr>
            <a:r>
              <a:rPr sz="2100" b="0">
                <a:solidFill>
                  <a:srgbClr val="FFFFFF"/>
                </a:solidFill>
                <a:latin typeface="Calibri"/>
                <a:ea typeface="Calibri"/>
                <a:cs typeface="Calibri"/>
              </a:rPr>
              <a:t>Ingreso de alimento</a:t>
            </a:r>
          </a:p>
          <a:p xmlns:a="http://schemas.openxmlformats.org/drawingml/2006/main">
            <a:pPr algn="l">
              <a:defRPr sz="2100" b="0">
                <a:solidFill>
                  <a:srgbClr val="FFFFFF"/>
                </a:solidFill>
                <a:latin typeface="Calibri"/>
                <a:ea typeface="Calibri"/>
                <a:cs typeface="Calibri"/>
              </a:defRPr>
            </a:pPr>
            <a:r>
              <a:rPr sz="2100" b="0">
                <a:solidFill>
                  <a:srgbClr val="FFFFFF"/>
                </a:solidFill>
                <a:latin typeface="Calibri"/>
                <a:ea typeface="Calibri"/>
                <a:cs typeface="Calibri"/>
              </a:rPr>
              <a:t>Seguimiento y huevos</a:t>
            </a:r>
          </a:p>
          <a:p xmlns:a="http://schemas.openxmlformats.org/drawingml/2006/main">
            <a:pPr algn="l">
              <a:defRPr sz="2100" b="0">
                <a:solidFill>
                  <a:srgbClr val="FFFFFF"/>
                </a:solidFill>
                <a:latin typeface="Calibri"/>
                <a:ea typeface="Calibri"/>
                <a:cs typeface="Calibri"/>
              </a:defRPr>
            </a:pPr>
            <a:r>
              <a:rPr sz="2100" b="0">
                <a:solidFill>
                  <a:srgbClr val="FFFFFF"/>
                </a:solidFill>
                <a:latin typeface="Calibri"/>
                <a:ea typeface="Calibri"/>
                <a:cs typeface="Calibri"/>
              </a:rPr>
              <a:t>Consulta y reporte</a:t>
            </a:r>
          </a:p>
        </p:txBody>
      </p:sp>
    </p:spTree>
    <p:extLst>
      <p:ext uri="{BB962C8B-B14F-4D97-AF65-F5344CB8AC3E}">
        <p14:creationId xmlns:p14="http://schemas.microsoft.com/office/powerpoint/2010/main" val="639606329"/>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13" name="Imagen 4"/>
          <p:cNvPicPr>
            <a:picLocks xmlns:a="http://schemas.openxmlformats.org/drawingml/2006/main" noChangeAspect="1"/>
          </p:cNvPicPr>
          <p:nvPr/>
        </p:nvPicPr>
        <p:blipFill>
          <a:blip xmlns:r="http://schemas.openxmlformats.org/officeDocument/2006/relationships" xmlns:a="http://schemas.openxmlformats.org/drawingml/2006/main" r:embed="Rf1e025946e174467"/>
          <a:srcRect xmlns:a="http://schemas.openxmlformats.org/drawingml/2006/main" l="0" t="0" r="0" b="0"/>
          <a:stretch xmlns:a="http://schemas.openxmlformats.org/drawingml/2006/main"/>
        </p:blipFill>
        <p:spPr>
          <a:xfrm xmlns:a="http://schemas.openxmlformats.org/drawingml/2006/main">
            <a:off x="2" y="0"/>
            <a:ext cx="12213601" cy="6857999"/>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F099FBB-B784-4A23-B3A5-5D99E3BA1A95}"/>
              </a:ext>
            </a:extLst>
          </p:cNvPr>
          <p:cNvSpPr>
            <a:spLocks xmlns:a="http://schemas.openxmlformats.org/drawingml/2006/main" noGrp="1"/>
          </p:cNvSpPr>
          <p:nvPr/>
        </p:nvSpPr>
        <p:spPr>
          <a:xfrm xmlns:a="http://schemas.openxmlformats.org/drawingml/2006/main">
            <a:off x="2571750" y="666750"/>
            <a:ext cx="857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225" b="1">
                <a:solidFill>
                  <a:srgbClr val="091530"/>
                </a:solidFill>
                <a:latin typeface="Calibri"/>
                <a:ea typeface="Calibri"/>
                <a:cs typeface="Calibri"/>
              </a:defRPr>
            </a:pPr>
            <a:r>
              <a:rPr sz="3225" b="1">
                <a:solidFill>
                  <a:srgbClr val="091530"/>
                </a:solidFill>
                <a:latin typeface="Calibri"/>
                <a:ea typeface="Calibri"/>
                <a:cs typeface="Calibri"/>
              </a:rPr>
              <a:t>Estado y siguientes pasos</a:t>
            </a:r>
          </a:p>
        </p:txBody>
      </p:sp>
      <p:sp>
        <p:nvSpPr>
          <p:cNvPr id="5" name="">
            <a:extLst xmlns:a="http://schemas.openxmlformats.org/drawingml/2006/main">
              <a:ext uri="{FF2B5EF4-FFF2-40B4-BE49-F238E27FC236}">
                <a16:creationId xmlns:a16="http://schemas.microsoft.com/office/drawing/2014/main" id="{92E8B184-4C1B-488D-8F43-89DC4D539065}"/>
              </a:ext>
            </a:extLst>
          </p:cNvPr>
          <p:cNvSpPr>
            <a:spLocks xmlns:a="http://schemas.openxmlformats.org/drawingml/2006/main" noGrp="1"/>
          </p:cNvSpPr>
          <p:nvPr/>
        </p:nvSpPr>
        <p:spPr>
          <a:xfrm xmlns:a="http://schemas.openxmlformats.org/drawingml/2006/main">
            <a:off x="2609850" y="1504950"/>
            <a:ext cx="8382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5A6478"/>
                </a:solidFill>
                <a:latin typeface="Calibri"/>
                <a:ea typeface="Calibri"/>
                <a:cs typeface="Calibri"/>
              </a:defRPr>
            </a:pPr>
            <a:r>
              <a:rPr sz="1650" b="0">
                <a:solidFill>
                  <a:srgbClr val="5A6478"/>
                </a:solidFill>
                <a:latin typeface="Calibri"/>
                <a:ea typeface="Calibri"/>
                <a:cs typeface="Calibri"/>
              </a:rPr>
              <a:t>Síntesis del proyecto ItalGranja</a:t>
            </a:r>
          </a:p>
        </p:txBody>
      </p:sp>
      <p:sp>
        <p:nvSpPr>
          <p:cNvPr id="6" name="">
            <a:extLst xmlns:a="http://schemas.openxmlformats.org/drawingml/2006/main">
              <a:ext uri="{FF2B5EF4-FFF2-40B4-BE49-F238E27FC236}">
                <a16:creationId xmlns:a16="http://schemas.microsoft.com/office/drawing/2014/main" id="{AD70BC2A-B243-46C5-8087-94755D916F2D}"/>
              </a:ext>
            </a:extLst>
          </p:cNvPr>
          <p:cNvSpPr>
            <a:spLocks xmlns:a="http://schemas.openxmlformats.org/drawingml/2006/main" noGrp="1"/>
          </p:cNvSpPr>
          <p:nvPr/>
        </p:nvSpPr>
        <p:spPr>
          <a:xfrm xmlns:a="http://schemas.openxmlformats.org/drawingml/2006/main">
            <a:off x="971550" y="2295525"/>
            <a:ext cx="10144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1">
                <a:solidFill>
                  <a:srgbClr val="4472C4"/>
                </a:solidFill>
                <a:latin typeface="Calibri"/>
                <a:ea typeface="Calibri"/>
                <a:cs typeface="Calibri"/>
              </a:defRPr>
            </a:pPr>
            <a:r>
              <a:rPr sz="2325" b="1">
                <a:solidFill>
                  <a:srgbClr val="4472C4"/>
                </a:solidFill>
                <a:latin typeface="Calibri"/>
                <a:ea typeface="Calibri"/>
                <a:cs typeface="Calibri"/>
              </a:rPr>
              <a:t>Implementado</a:t>
            </a:r>
          </a:p>
        </p:txBody>
      </p:sp>
      <p:sp>
        <p:nvSpPr>
          <p:cNvPr id="7" name="">
            <a:extLst xmlns:a="http://schemas.openxmlformats.org/drawingml/2006/main">
              <a:ext uri="{FF2B5EF4-FFF2-40B4-BE49-F238E27FC236}">
                <a16:creationId xmlns:a16="http://schemas.microsoft.com/office/drawing/2014/main" id="{84B321AC-1DA5-46CD-A169-8E7A5BB742D0}"/>
              </a:ext>
            </a:extLst>
          </p:cNvPr>
          <p:cNvSpPr>
            <a:spLocks xmlns:a="http://schemas.openxmlformats.org/drawingml/2006/main" noGrp="1"/>
          </p:cNvSpPr>
          <p:nvPr/>
        </p:nvSpPr>
        <p:spPr>
          <a:xfrm xmlns:a="http://schemas.openxmlformats.org/drawingml/2006/main">
            <a:off x="971550" y="2705100"/>
            <a:ext cx="101441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5A6478"/>
                </a:solidFill>
                <a:latin typeface="Calibri"/>
                <a:ea typeface="Calibri"/>
                <a:cs typeface="Calibri"/>
              </a:defRPr>
            </a:pPr>
            <a:r>
              <a:rPr sz="2025" b="0">
                <a:solidFill>
                  <a:srgbClr val="5A6478"/>
                </a:solidFill>
                <a:latin typeface="Calibri"/>
                <a:ea typeface="Calibri"/>
                <a:cs typeface="Calibri"/>
              </a:rPr>
              <a:t>Plataforma web para capturar, controlar y consultar la operación.</a:t>
            </a:r>
          </a:p>
        </p:txBody>
      </p:sp>
      <p:sp>
        <p:nvSpPr>
          <p:cNvPr id="8" name="">
            <a:extLst xmlns:a="http://schemas.openxmlformats.org/drawingml/2006/main">
              <a:ext uri="{FF2B5EF4-FFF2-40B4-BE49-F238E27FC236}">
                <a16:creationId xmlns:a16="http://schemas.microsoft.com/office/drawing/2014/main" id="{8EA3D424-CD32-40C4-BF12-9B30E81F144E}"/>
              </a:ext>
            </a:extLst>
          </p:cNvPr>
          <p:cNvSpPr>
            <a:spLocks xmlns:a="http://schemas.openxmlformats.org/drawingml/2006/main" noGrp="1"/>
          </p:cNvSpPr>
          <p:nvPr/>
        </p:nvSpPr>
        <p:spPr>
          <a:xfrm xmlns:a="http://schemas.openxmlformats.org/drawingml/2006/main">
            <a:off x="971550" y="3343275"/>
            <a:ext cx="10144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1">
                <a:solidFill>
                  <a:srgbClr val="4472C4"/>
                </a:solidFill>
                <a:latin typeface="Calibri"/>
                <a:ea typeface="Calibri"/>
                <a:cs typeface="Calibri"/>
              </a:defRPr>
            </a:pPr>
            <a:r>
              <a:rPr sz="2325" b="1">
                <a:solidFill>
                  <a:srgbClr val="4472C4"/>
                </a:solidFill>
                <a:latin typeface="Calibri"/>
                <a:ea typeface="Calibri"/>
                <a:cs typeface="Calibri"/>
              </a:rPr>
              <a:t>Trabajo actual</a:t>
            </a:r>
          </a:p>
        </p:txBody>
      </p:sp>
      <p:sp>
        <p:nvSpPr>
          <p:cNvPr id="9" name="">
            <a:extLst xmlns:a="http://schemas.openxmlformats.org/drawingml/2006/main">
              <a:ext uri="{FF2B5EF4-FFF2-40B4-BE49-F238E27FC236}">
                <a16:creationId xmlns:a16="http://schemas.microsoft.com/office/drawing/2014/main" id="{998381A4-523F-4891-BFE3-8B0CC9FCF598}"/>
              </a:ext>
            </a:extLst>
          </p:cNvPr>
          <p:cNvSpPr>
            <a:spLocks xmlns:a="http://schemas.openxmlformats.org/drawingml/2006/main" noGrp="1"/>
          </p:cNvSpPr>
          <p:nvPr/>
        </p:nvSpPr>
        <p:spPr>
          <a:xfrm xmlns:a="http://schemas.openxmlformats.org/drawingml/2006/main">
            <a:off x="971550" y="3752850"/>
            <a:ext cx="101441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5A6478"/>
                </a:solidFill>
                <a:latin typeface="Calibri"/>
                <a:ea typeface="Calibri"/>
                <a:cs typeface="Calibri"/>
              </a:defRPr>
            </a:pPr>
            <a:r>
              <a:rPr sz="2025" b="0">
                <a:solidFill>
                  <a:srgbClr val="5A6478"/>
                </a:solidFill>
                <a:latin typeface="Calibri"/>
                <a:ea typeface="Calibri"/>
                <a:cs typeface="Calibri"/>
              </a:rPr>
              <a:t>Mejoras por empresa y app móvil con avance estimado del 80–90 %.</a:t>
            </a:r>
          </a:p>
        </p:txBody>
      </p:sp>
      <p:sp>
        <p:nvSpPr>
          <p:cNvPr id="10" name="">
            <a:extLst xmlns:a="http://schemas.openxmlformats.org/drawingml/2006/main">
              <a:ext uri="{FF2B5EF4-FFF2-40B4-BE49-F238E27FC236}">
                <a16:creationId xmlns:a16="http://schemas.microsoft.com/office/drawing/2014/main" id="{E3A8EF1C-B916-48E8-AC79-4CE3B82634BF}"/>
              </a:ext>
            </a:extLst>
          </p:cNvPr>
          <p:cNvSpPr>
            <a:spLocks xmlns:a="http://schemas.openxmlformats.org/drawingml/2006/main" noGrp="1"/>
          </p:cNvSpPr>
          <p:nvPr/>
        </p:nvSpPr>
        <p:spPr>
          <a:xfrm xmlns:a="http://schemas.openxmlformats.org/drawingml/2006/main">
            <a:off x="971550" y="4391025"/>
            <a:ext cx="10144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1">
                <a:solidFill>
                  <a:srgbClr val="4472C4"/>
                </a:solidFill>
                <a:latin typeface="Calibri"/>
                <a:ea typeface="Calibri"/>
                <a:cs typeface="Calibri"/>
              </a:defRPr>
            </a:pPr>
            <a:r>
              <a:rPr sz="2325" b="1">
                <a:solidFill>
                  <a:srgbClr val="4472C4"/>
                </a:solidFill>
                <a:latin typeface="Calibri"/>
                <a:ea typeface="Calibri"/>
                <a:cs typeface="Calibri"/>
              </a:rPr>
              <a:t>Pendiente funcional</a:t>
            </a:r>
          </a:p>
        </p:txBody>
      </p:sp>
      <p:sp>
        <p:nvSpPr>
          <p:cNvPr id="11" name="">
            <a:extLst xmlns:a="http://schemas.openxmlformats.org/drawingml/2006/main">
              <a:ext uri="{FF2B5EF4-FFF2-40B4-BE49-F238E27FC236}">
                <a16:creationId xmlns:a16="http://schemas.microsoft.com/office/drawing/2014/main" id="{FD662CB3-670C-4776-87A2-EABF8AFC263F}"/>
              </a:ext>
            </a:extLst>
          </p:cNvPr>
          <p:cNvSpPr>
            <a:spLocks xmlns:a="http://schemas.openxmlformats.org/drawingml/2006/main" noGrp="1"/>
          </p:cNvSpPr>
          <p:nvPr/>
        </p:nvSpPr>
        <p:spPr>
          <a:xfrm xmlns:a="http://schemas.openxmlformats.org/drawingml/2006/main">
            <a:off x="971550" y="4800600"/>
            <a:ext cx="101441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5A6478"/>
                </a:solidFill>
                <a:latin typeface="Calibri"/>
                <a:ea typeface="Calibri"/>
                <a:cs typeface="Calibri"/>
              </a:defRPr>
            </a:pPr>
            <a:r>
              <a:rPr sz="2025" b="0">
                <a:solidFill>
                  <a:srgbClr val="5A6478"/>
                </a:solidFill>
                <a:latin typeface="Calibri"/>
                <a:ea typeface="Calibri"/>
                <a:cs typeface="Calibri"/>
              </a:rPr>
              <a:t>Integración con el ERP.</a:t>
            </a:r>
          </a:p>
        </p:txBody>
      </p:sp>
      <p:sp>
        <p:nvSpPr>
          <p:cNvPr id="12" name="">
            <a:extLst xmlns:a="http://schemas.openxmlformats.org/drawingml/2006/main">
              <a:ext uri="{FF2B5EF4-FFF2-40B4-BE49-F238E27FC236}">
                <a16:creationId xmlns:a16="http://schemas.microsoft.com/office/drawing/2014/main" id="{0AD485E0-3B8D-471E-BA04-04B3297FB10A}"/>
              </a:ext>
            </a:extLst>
          </p:cNvPr>
          <p:cNvSpPr>
            <a:spLocks xmlns:a="http://schemas.openxmlformats.org/drawingml/2006/main" noGrp="1"/>
          </p:cNvSpPr>
          <p:nvPr/>
        </p:nvSpPr>
        <p:spPr>
          <a:xfrm xmlns:a="http://schemas.openxmlformats.org/drawingml/2006/main">
            <a:off x="828675" y="5924550"/>
            <a:ext cx="51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5A6478"/>
                </a:solidFill>
                <a:latin typeface="Calibri"/>
                <a:ea typeface="Calibri"/>
                <a:cs typeface="Calibri"/>
              </a:defRPr>
            </a:pPr>
            <a:r>
              <a:rPr sz="1425" b="0">
                <a:solidFill>
                  <a:srgbClr val="5A6478"/>
                </a:solidFill>
                <a:latin typeface="Calibri"/>
                <a:ea typeface="Calibri"/>
                <a:cs typeface="Calibri"/>
              </a:rPr>
              <a:t>14</a:t>
            </a:r>
          </a:p>
        </p:txBody>
      </p:sp>
    </p:spTree>
    <p:extLst>
      <p:ext uri="{BB962C8B-B14F-4D97-AF65-F5344CB8AC3E}">
        <p14:creationId xmlns:p14="http://schemas.microsoft.com/office/powerpoint/2010/main" val="1870136499"/>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pic>
        <p:nvPicPr>
          <p:cNvPr id="7" name="Imagen 4"/>
          <p:cNvPicPr>
            <a:picLocks xmlns:a="http://schemas.openxmlformats.org/drawingml/2006/main" noChangeAspect="1"/>
          </p:cNvPicPr>
          <p:nvPr/>
        </p:nvPicPr>
        <p:blipFill>
          <a:blip xmlns:r="http://schemas.openxmlformats.org/officeDocument/2006/relationships" xmlns:a="http://schemas.openxmlformats.org/drawingml/2006/main" r:embed="R7e897002b04f474c"/>
          <a:srcRect xmlns:a="http://schemas.openxmlformats.org/drawingml/2006/main" l="0" t="0" r="0" b="0"/>
          <a:stretch xmlns:a="http://schemas.openxmlformats.org/drawingml/2006/main"/>
        </p:blipFill>
        <p:spPr>
          <a:xfrm xmlns:a="http://schemas.openxmlformats.org/drawingml/2006/main">
            <a:off x="2" y="0"/>
            <a:ext cx="12213601" cy="6857999"/>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8C446A2-EEA1-4FCF-A421-39F0942642BF}"/>
              </a:ext>
            </a:extLst>
          </p:cNvPr>
          <p:cNvSpPr>
            <a:spLocks xmlns:a="http://schemas.openxmlformats.org/drawingml/2006/main" noGrp="1"/>
          </p:cNvSpPr>
          <p:nvPr/>
        </p:nvSpPr>
        <p:spPr>
          <a:xfrm xmlns:a="http://schemas.openxmlformats.org/drawingml/2006/main">
            <a:off x="5715000" y="2409825"/>
            <a:ext cx="57816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600" b="1">
                <a:solidFill>
                  <a:srgbClr val="FFFFFF"/>
                </a:solidFill>
                <a:latin typeface="Calibri"/>
                <a:ea typeface="Calibri"/>
                <a:cs typeface="Calibri"/>
              </a:defRPr>
            </a:pPr>
            <a:r>
              <a:rPr sz="3600" b="1">
                <a:solidFill>
                  <a:srgbClr val="FFFFFF"/>
                </a:solidFill>
                <a:latin typeface="Calibri"/>
                <a:ea typeface="Calibri"/>
                <a:cs typeface="Calibri"/>
              </a:rPr>
              <a:t>Preguntas del equipo</a:t>
            </a:r>
          </a:p>
        </p:txBody>
      </p:sp>
      <p:sp>
        <p:nvSpPr>
          <p:cNvPr id="5" name="">
            <a:extLst xmlns:a="http://schemas.openxmlformats.org/drawingml/2006/main">
              <a:ext uri="{FF2B5EF4-FFF2-40B4-BE49-F238E27FC236}">
                <a16:creationId xmlns:a16="http://schemas.microsoft.com/office/drawing/2014/main" id="{51263932-E30C-4A8F-BF8E-7E11D4C7362D}"/>
              </a:ext>
            </a:extLst>
          </p:cNvPr>
          <p:cNvSpPr>
            <a:spLocks xmlns:a="http://schemas.openxmlformats.org/drawingml/2006/main" noGrp="1"/>
          </p:cNvSpPr>
          <p:nvPr/>
        </p:nvSpPr>
        <p:spPr>
          <a:xfrm xmlns:a="http://schemas.openxmlformats.org/drawingml/2006/main">
            <a:off x="5743575" y="3467100"/>
            <a:ext cx="56769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FFFFFF"/>
                </a:solidFill>
                <a:latin typeface="Calibri"/>
                <a:ea typeface="Calibri"/>
                <a:cs typeface="Calibri"/>
              </a:defRPr>
            </a:pPr>
            <a:r>
              <a:rPr sz="2550" b="1">
                <a:solidFill>
                  <a:srgbClr val="FFFFFF"/>
                </a:solidFill>
                <a:latin typeface="Calibri"/>
                <a:ea typeface="Calibri"/>
                <a:cs typeface="Calibri"/>
              </a:rPr>
              <a:t>10–15 minutos adicionales</a:t>
            </a:r>
          </a:p>
        </p:txBody>
      </p:sp>
      <p:sp>
        <p:nvSpPr>
          <p:cNvPr id="6" name="">
            <a:extLst xmlns:a="http://schemas.openxmlformats.org/drawingml/2006/main">
              <a:ext uri="{FF2B5EF4-FFF2-40B4-BE49-F238E27FC236}">
                <a16:creationId xmlns:a16="http://schemas.microsoft.com/office/drawing/2014/main" id="{A08A2E54-5DE9-474C-96C6-FC5C21E607B8}"/>
              </a:ext>
            </a:extLst>
          </p:cNvPr>
          <p:cNvSpPr>
            <a:spLocks xmlns:a="http://schemas.openxmlformats.org/drawingml/2006/main" noGrp="1"/>
          </p:cNvSpPr>
          <p:nvPr/>
        </p:nvSpPr>
        <p:spPr>
          <a:xfrm xmlns:a="http://schemas.openxmlformats.org/drawingml/2006/main">
            <a:off x="5753100" y="4295775"/>
            <a:ext cx="546735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0">
                <a:solidFill>
                  <a:srgbClr val="FFFFFF"/>
                </a:solidFill>
                <a:latin typeface="Calibri"/>
                <a:ea typeface="Calibri"/>
                <a:cs typeface="Calibri"/>
              </a:defRPr>
            </a:pPr>
            <a:r>
              <a:rPr sz="2250" b="0">
                <a:solidFill>
                  <a:srgbClr val="FFFFFF"/>
                </a:solidFill>
                <a:latin typeface="Calibri"/>
                <a:ea typeface="Calibri"/>
                <a:cs typeface="Calibri"/>
              </a:rPr>
              <a:t>Arquitectura y operación</a:t>
            </a:r>
          </a:p>
          <a:p xmlns:a="http://schemas.openxmlformats.org/drawingml/2006/main">
            <a:pPr algn="l">
              <a:defRPr sz="2250" b="0">
                <a:solidFill>
                  <a:srgbClr val="FFFFFF"/>
                </a:solidFill>
                <a:latin typeface="Calibri"/>
                <a:ea typeface="Calibri"/>
                <a:cs typeface="Calibri"/>
              </a:defRPr>
            </a:pPr>
            <a:r>
              <a:rPr sz="2250" b="0">
                <a:solidFill>
                  <a:srgbClr val="FFFFFF"/>
                </a:solidFill>
                <a:latin typeface="Calibri"/>
                <a:ea typeface="Calibri"/>
                <a:cs typeface="Calibri"/>
              </a:rPr>
              <a:t>Integración ERP</a:t>
            </a:r>
          </a:p>
          <a:p xmlns:a="http://schemas.openxmlformats.org/drawingml/2006/main">
            <a:pPr algn="l">
              <a:defRPr sz="2250" b="0">
                <a:solidFill>
                  <a:srgbClr val="FFFFFF"/>
                </a:solidFill>
                <a:latin typeface="Calibri"/>
                <a:ea typeface="Calibri"/>
                <a:cs typeface="Calibri"/>
              </a:defRPr>
            </a:pPr>
            <a:r>
              <a:rPr sz="2250" b="0">
                <a:solidFill>
                  <a:srgbClr val="FFFFFF"/>
                </a:solidFill>
                <a:latin typeface="Calibri"/>
                <a:ea typeface="Calibri"/>
                <a:cs typeface="Calibri"/>
              </a:rPr>
              <a:t>Postura y despliegue móvil</a:t>
            </a:r>
          </a:p>
        </p:txBody>
      </p:sp>
    </p:spTree>
    <p:extLst>
      <p:ext uri="{BB962C8B-B14F-4D97-AF65-F5344CB8AC3E}">
        <p14:creationId xmlns:p14="http://schemas.microsoft.com/office/powerpoint/2010/main" val="1108973923"/>
      </p:ext>
    </p:extLst>
  </p:cSld>
</p:sld>
</file>

<file path=ppt/template/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template/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template/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template/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template/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template/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template/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template/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template/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template/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template/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template/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2F5AA9-C163-65AA-1926-15DDFF9995A5}"/>
              </a:ext>
            </a:extLst>
          </p:cNvPr>
          <p:cNvSpPr>
            <a:spLocks noGrp="1"/>
          </p:cNvSpPr>
          <p:nvPr>
            <p:ph type="ctrTitle"/>
          </p:nvPr>
        </p:nvSpPr>
        <p:spPr>
          <a:xfrm>
            <a:off x="1524000" y="1122363"/>
            <a:ext cx="9144000" cy="2387600"/>
          </a:xfrm>
        </p:spPr>
        <p:txBody>
          <a:bodyPr anchor="b"/>
          <a:lstStyle>
            <a:lvl1pPr algn="ctr">
              <a:defRPr sz="6000"/>
            </a:lvl1pPr>
          </a:lstStyle>
          <a:p>
            <a:r>
              <a:rPr lang="es-MX"/>
              <a:t>Haz clic para modificar el estilo de título del patrón</a:t>
            </a:r>
            <a:endParaRPr lang="es-CO"/>
          </a:p>
        </p:txBody>
      </p:sp>
      <p:sp>
        <p:nvSpPr>
          <p:cNvPr id="3" name="Subtítulo 2">
            <a:extLst>
              <a:ext uri="{FF2B5EF4-FFF2-40B4-BE49-F238E27FC236}">
                <a16:creationId xmlns:a16="http://schemas.microsoft.com/office/drawing/2014/main" id="{572B9B12-A275-CA54-50C3-772FDEFE0E8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CO"/>
          </a:p>
        </p:txBody>
      </p:sp>
      <p:sp>
        <p:nvSpPr>
          <p:cNvPr id="4" name="Marcador de fecha 3">
            <a:extLst>
              <a:ext uri="{FF2B5EF4-FFF2-40B4-BE49-F238E27FC236}">
                <a16:creationId xmlns:a16="http://schemas.microsoft.com/office/drawing/2014/main" id="{4E6955BD-D588-C6FE-D631-ED2F55EBB409}"/>
              </a:ext>
            </a:extLst>
          </p:cNvPr>
          <p:cNvSpPr>
            <a:spLocks noGrp="1"/>
          </p:cNvSpPr>
          <p:nvPr>
            <p:ph type="dt" sz="half" idx="10"/>
          </p:nvPr>
        </p:nvSpPr>
        <p:spPr/>
        <p:txBody>
          <a:bodyPr/>
          <a:lstStyle/>
          <a:p>
            <a:fld id="{94EDED0C-CC18-BE40-BE57-CAAFB40AF922}" type="datetimeFigureOut">
              <a:rPr lang="es-CO" smtClean="0"/>
              <a:t>14/09/2026</a:t>
            </a:fld>
            <a:endParaRPr lang="es-CO"/>
          </a:p>
        </p:txBody>
      </p:sp>
      <p:sp>
        <p:nvSpPr>
          <p:cNvPr id="5" name="Marcador de pie de página 4">
            <a:extLst>
              <a:ext uri="{FF2B5EF4-FFF2-40B4-BE49-F238E27FC236}">
                <a16:creationId xmlns:a16="http://schemas.microsoft.com/office/drawing/2014/main" id="{C1D84A73-EEDE-C038-CABA-4D72CFD294D6}"/>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73ACB689-3177-3510-91F9-F798C8671F6A}"/>
              </a:ext>
            </a:extLst>
          </p:cNvPr>
          <p:cNvSpPr>
            <a:spLocks noGrp="1"/>
          </p:cNvSpPr>
          <p:nvPr>
            <p:ph type="sldNum" sz="quarter" idx="12"/>
          </p:nvPr>
        </p:nvSpPr>
        <p:spPr/>
        <p:txBody>
          <a:bodyPr/>
          <a:lstStyle/>
          <a:p>
            <a:fld id="{448A9E64-630A-FB4E-B04D-F903D0721C28}" type="slidenum">
              <a:rPr lang="es-CO" smtClean="0"/>
              <a:t>‹#›</a:t>
            </a:fld>
            <a:endParaRPr lang="es-CO"/>
          </a:p>
        </p:txBody>
      </p:sp>
    </p:spTree>
    <p:extLst>
      <p:ext uri="{BB962C8B-B14F-4D97-AF65-F5344CB8AC3E}">
        <p14:creationId xmlns:p14="http://schemas.microsoft.com/office/powerpoint/2010/main" val="1528369329"/>
      </p:ext>
    </p:extLst>
  </p:cSld>
  <p:clrMapOvr>
    <a:masterClrMapping/>
  </p:clrMapOvr>
</p:sldLayout>
</file>

<file path=ppt/template/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40A28F-7787-306E-5F90-30590AE7F5E9}"/>
              </a:ext>
            </a:extLst>
          </p:cNvPr>
          <p:cNvSpPr>
            <a:spLocks noGrp="1"/>
          </p:cNvSpPr>
          <p:nvPr>
            <p:ph type="title"/>
          </p:nvPr>
        </p:nvSpPr>
        <p:spPr/>
        <p:txBody>
          <a:bodyPr/>
          <a:lstStyle/>
          <a:p>
            <a:r>
              <a:rPr lang="es-MX"/>
              <a:t>Haz clic para modificar el estilo de título del patrón</a:t>
            </a:r>
            <a:endParaRPr lang="es-CO"/>
          </a:p>
        </p:txBody>
      </p:sp>
      <p:sp>
        <p:nvSpPr>
          <p:cNvPr id="3" name="Marcador de contenido 2">
            <a:extLst>
              <a:ext uri="{FF2B5EF4-FFF2-40B4-BE49-F238E27FC236}">
                <a16:creationId xmlns:a16="http://schemas.microsoft.com/office/drawing/2014/main" id="{4CF72805-A997-A96C-12FA-30638A2315D8}"/>
              </a:ext>
            </a:extLst>
          </p:cNvPr>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fecha 3">
            <a:extLst>
              <a:ext uri="{FF2B5EF4-FFF2-40B4-BE49-F238E27FC236}">
                <a16:creationId xmlns:a16="http://schemas.microsoft.com/office/drawing/2014/main" id="{BAABBE3F-EAB4-F9B9-DC92-C589D03F0BD4}"/>
              </a:ext>
            </a:extLst>
          </p:cNvPr>
          <p:cNvSpPr>
            <a:spLocks noGrp="1"/>
          </p:cNvSpPr>
          <p:nvPr>
            <p:ph type="dt" sz="half" idx="10"/>
          </p:nvPr>
        </p:nvSpPr>
        <p:spPr/>
        <p:txBody>
          <a:bodyPr/>
          <a:lstStyle/>
          <a:p>
            <a:fld id="{94EDED0C-CC18-BE40-BE57-CAAFB40AF922}" type="datetimeFigureOut">
              <a:rPr lang="es-CO" smtClean="0"/>
              <a:t>14/09/2026</a:t>
            </a:fld>
            <a:endParaRPr lang="es-CO"/>
          </a:p>
        </p:txBody>
      </p:sp>
      <p:sp>
        <p:nvSpPr>
          <p:cNvPr id="5" name="Marcador de pie de página 4">
            <a:extLst>
              <a:ext uri="{FF2B5EF4-FFF2-40B4-BE49-F238E27FC236}">
                <a16:creationId xmlns:a16="http://schemas.microsoft.com/office/drawing/2014/main" id="{1A3F01DC-2CE3-FD5E-C3F7-C6E8C7A659AD}"/>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B1DFABEA-FEE3-8DA7-F18B-B1C9A7744BAA}"/>
              </a:ext>
            </a:extLst>
          </p:cNvPr>
          <p:cNvSpPr>
            <a:spLocks noGrp="1"/>
          </p:cNvSpPr>
          <p:nvPr>
            <p:ph type="sldNum" sz="quarter" idx="12"/>
          </p:nvPr>
        </p:nvSpPr>
        <p:spPr/>
        <p:txBody>
          <a:bodyPr/>
          <a:lstStyle/>
          <a:p>
            <a:fld id="{448A9E64-630A-FB4E-B04D-F903D0721C28}" type="slidenum">
              <a:rPr lang="es-CO" smtClean="0"/>
              <a:t>‹#›</a:t>
            </a:fld>
            <a:endParaRPr lang="es-CO"/>
          </a:p>
        </p:txBody>
      </p:sp>
    </p:spTree>
    <p:extLst>
      <p:ext uri="{BB962C8B-B14F-4D97-AF65-F5344CB8AC3E}">
        <p14:creationId xmlns:p14="http://schemas.microsoft.com/office/powerpoint/2010/main" val="616681476"/>
      </p:ext>
    </p:extLst>
  </p:cSld>
  <p:clrMapOvr>
    <a:masterClrMapping/>
  </p:clrMapOvr>
</p:sldLayout>
</file>

<file path=ppt/template/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A09457-5A6B-D634-047D-C3D50B05CFE2}"/>
              </a:ext>
            </a:extLst>
          </p:cNvPr>
          <p:cNvSpPr>
            <a:spLocks noGrp="1"/>
          </p:cNvSpPr>
          <p:nvPr>
            <p:ph type="title"/>
          </p:nvPr>
        </p:nvSpPr>
        <p:spPr>
          <a:xfrm>
            <a:off x="831850" y="1709738"/>
            <a:ext cx="10515600" cy="2852737"/>
          </a:xfrm>
        </p:spPr>
        <p:txBody>
          <a:bodyPr anchor="b"/>
          <a:lstStyle>
            <a:lvl1pPr>
              <a:defRPr sz="6000"/>
            </a:lvl1pPr>
          </a:lstStyle>
          <a:p>
            <a:r>
              <a:rPr lang="es-MX"/>
              <a:t>Haz clic para modificar el estilo de título del patrón</a:t>
            </a:r>
            <a:endParaRPr lang="es-CO"/>
          </a:p>
        </p:txBody>
      </p:sp>
      <p:sp>
        <p:nvSpPr>
          <p:cNvPr id="3" name="Marcador de texto 2">
            <a:extLst>
              <a:ext uri="{FF2B5EF4-FFF2-40B4-BE49-F238E27FC236}">
                <a16:creationId xmlns:a16="http://schemas.microsoft.com/office/drawing/2014/main" id="{7E9A64F9-4B9B-58C2-5E10-EB279190E2D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MX"/>
              <a:t>Haga clic para modificar los estilos de texto del patrón</a:t>
            </a:r>
          </a:p>
        </p:txBody>
      </p:sp>
      <p:sp>
        <p:nvSpPr>
          <p:cNvPr id="4" name="Marcador de fecha 3">
            <a:extLst>
              <a:ext uri="{FF2B5EF4-FFF2-40B4-BE49-F238E27FC236}">
                <a16:creationId xmlns:a16="http://schemas.microsoft.com/office/drawing/2014/main" id="{DA6DE69C-D2CB-AC48-4194-8F91F8CA07D7}"/>
              </a:ext>
            </a:extLst>
          </p:cNvPr>
          <p:cNvSpPr>
            <a:spLocks noGrp="1"/>
          </p:cNvSpPr>
          <p:nvPr>
            <p:ph type="dt" sz="half" idx="10"/>
          </p:nvPr>
        </p:nvSpPr>
        <p:spPr/>
        <p:txBody>
          <a:bodyPr/>
          <a:lstStyle/>
          <a:p>
            <a:fld id="{94EDED0C-CC18-BE40-BE57-CAAFB40AF922}" type="datetimeFigureOut">
              <a:rPr lang="es-CO" smtClean="0"/>
              <a:t>14/09/2026</a:t>
            </a:fld>
            <a:endParaRPr lang="es-CO"/>
          </a:p>
        </p:txBody>
      </p:sp>
      <p:sp>
        <p:nvSpPr>
          <p:cNvPr id="5" name="Marcador de pie de página 4">
            <a:extLst>
              <a:ext uri="{FF2B5EF4-FFF2-40B4-BE49-F238E27FC236}">
                <a16:creationId xmlns:a16="http://schemas.microsoft.com/office/drawing/2014/main" id="{2E5FF5D3-DEC4-2BBC-825B-25C94156F942}"/>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A57C1CCD-0B8F-2774-E339-2E1F00DA3E74}"/>
              </a:ext>
            </a:extLst>
          </p:cNvPr>
          <p:cNvSpPr>
            <a:spLocks noGrp="1"/>
          </p:cNvSpPr>
          <p:nvPr>
            <p:ph type="sldNum" sz="quarter" idx="12"/>
          </p:nvPr>
        </p:nvSpPr>
        <p:spPr/>
        <p:txBody>
          <a:bodyPr/>
          <a:lstStyle/>
          <a:p>
            <a:fld id="{448A9E64-630A-FB4E-B04D-F903D0721C28}" type="slidenum">
              <a:rPr lang="es-CO" smtClean="0"/>
              <a:t>‹#›</a:t>
            </a:fld>
            <a:endParaRPr lang="es-CO"/>
          </a:p>
        </p:txBody>
      </p:sp>
    </p:spTree>
    <p:extLst>
      <p:ext uri="{BB962C8B-B14F-4D97-AF65-F5344CB8AC3E}">
        <p14:creationId xmlns:p14="http://schemas.microsoft.com/office/powerpoint/2010/main" val="1688068442"/>
      </p:ext>
    </p:extLst>
  </p:cSld>
  <p:clrMapOvr>
    <a:masterClrMapping/>
  </p:clrMapOvr>
</p:sldLayout>
</file>

<file path=ppt/template/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9D3F613-8FFD-C1F7-61DD-DF284DFA745C}"/>
              </a:ext>
            </a:extLst>
          </p:cNvPr>
          <p:cNvSpPr>
            <a:spLocks noGrp="1"/>
          </p:cNvSpPr>
          <p:nvPr>
            <p:ph type="title"/>
          </p:nvPr>
        </p:nvSpPr>
        <p:spPr/>
        <p:txBody>
          <a:bodyPr/>
          <a:lstStyle/>
          <a:p>
            <a:r>
              <a:rPr lang="es-MX"/>
              <a:t>Haz clic para modificar el estilo de título del patrón</a:t>
            </a:r>
            <a:endParaRPr lang="es-CO"/>
          </a:p>
        </p:txBody>
      </p:sp>
      <p:sp>
        <p:nvSpPr>
          <p:cNvPr id="3" name="Marcador de contenido 2">
            <a:extLst>
              <a:ext uri="{FF2B5EF4-FFF2-40B4-BE49-F238E27FC236}">
                <a16:creationId xmlns:a16="http://schemas.microsoft.com/office/drawing/2014/main" id="{2CDF975E-BB5D-9D70-F047-925FB4171EF6}"/>
              </a:ext>
            </a:extLst>
          </p:cNvPr>
          <p:cNvSpPr>
            <a:spLocks noGrp="1"/>
          </p:cNvSpPr>
          <p:nvPr>
            <p:ph sz="half" idx="1"/>
          </p:nvPr>
        </p:nvSpPr>
        <p:spPr>
          <a:xfrm>
            <a:off x="838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contenido 3">
            <a:extLst>
              <a:ext uri="{FF2B5EF4-FFF2-40B4-BE49-F238E27FC236}">
                <a16:creationId xmlns:a16="http://schemas.microsoft.com/office/drawing/2014/main" id="{75EC3C8E-C54C-5C2E-4F6F-4A7251AE743D}"/>
              </a:ext>
            </a:extLst>
          </p:cNvPr>
          <p:cNvSpPr>
            <a:spLocks noGrp="1"/>
          </p:cNvSpPr>
          <p:nvPr>
            <p:ph sz="half" idx="2"/>
          </p:nvPr>
        </p:nvSpPr>
        <p:spPr>
          <a:xfrm>
            <a:off x="6172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5" name="Marcador de fecha 4">
            <a:extLst>
              <a:ext uri="{FF2B5EF4-FFF2-40B4-BE49-F238E27FC236}">
                <a16:creationId xmlns:a16="http://schemas.microsoft.com/office/drawing/2014/main" id="{0D6DD0A7-EA06-BE17-1285-EDF65C501AEE}"/>
              </a:ext>
            </a:extLst>
          </p:cNvPr>
          <p:cNvSpPr>
            <a:spLocks noGrp="1"/>
          </p:cNvSpPr>
          <p:nvPr>
            <p:ph type="dt" sz="half" idx="10"/>
          </p:nvPr>
        </p:nvSpPr>
        <p:spPr/>
        <p:txBody>
          <a:bodyPr/>
          <a:lstStyle/>
          <a:p>
            <a:fld id="{94EDED0C-CC18-BE40-BE57-CAAFB40AF922}" type="datetimeFigureOut">
              <a:rPr lang="es-CO" smtClean="0"/>
              <a:t>14/09/2026</a:t>
            </a:fld>
            <a:endParaRPr lang="es-CO"/>
          </a:p>
        </p:txBody>
      </p:sp>
      <p:sp>
        <p:nvSpPr>
          <p:cNvPr id="6" name="Marcador de pie de página 5">
            <a:extLst>
              <a:ext uri="{FF2B5EF4-FFF2-40B4-BE49-F238E27FC236}">
                <a16:creationId xmlns:a16="http://schemas.microsoft.com/office/drawing/2014/main" id="{80BCA76D-9F03-5899-85ED-2DC3B8BFF17E}"/>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AA931F17-299D-8760-0679-56F5835D530A}"/>
              </a:ext>
            </a:extLst>
          </p:cNvPr>
          <p:cNvSpPr>
            <a:spLocks noGrp="1"/>
          </p:cNvSpPr>
          <p:nvPr>
            <p:ph type="sldNum" sz="quarter" idx="12"/>
          </p:nvPr>
        </p:nvSpPr>
        <p:spPr/>
        <p:txBody>
          <a:bodyPr/>
          <a:lstStyle/>
          <a:p>
            <a:fld id="{448A9E64-630A-FB4E-B04D-F903D0721C28}" type="slidenum">
              <a:rPr lang="es-CO" smtClean="0"/>
              <a:t>‹#›</a:t>
            </a:fld>
            <a:endParaRPr lang="es-CO"/>
          </a:p>
        </p:txBody>
      </p:sp>
    </p:spTree>
    <p:extLst>
      <p:ext uri="{BB962C8B-B14F-4D97-AF65-F5344CB8AC3E}">
        <p14:creationId xmlns:p14="http://schemas.microsoft.com/office/powerpoint/2010/main" val="538501275"/>
      </p:ext>
    </p:extLst>
  </p:cSld>
  <p:clrMapOvr>
    <a:masterClrMapping/>
  </p:clrMapOvr>
</p:sldLayout>
</file>

<file path=ppt/template/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97A32F-3EB9-856C-29AA-2DE302BB894A}"/>
              </a:ext>
            </a:extLst>
          </p:cNvPr>
          <p:cNvSpPr>
            <a:spLocks noGrp="1"/>
          </p:cNvSpPr>
          <p:nvPr>
            <p:ph type="title"/>
          </p:nvPr>
        </p:nvSpPr>
        <p:spPr>
          <a:xfrm>
            <a:off x="839788" y="365125"/>
            <a:ext cx="10515600" cy="1325563"/>
          </a:xfrm>
        </p:spPr>
        <p:txBody>
          <a:bodyPr/>
          <a:lstStyle/>
          <a:p>
            <a:r>
              <a:rPr lang="es-MX"/>
              <a:t>Haz clic para modificar el estilo de título del patrón</a:t>
            </a:r>
            <a:endParaRPr lang="es-CO"/>
          </a:p>
        </p:txBody>
      </p:sp>
      <p:sp>
        <p:nvSpPr>
          <p:cNvPr id="3" name="Marcador de texto 2">
            <a:extLst>
              <a:ext uri="{FF2B5EF4-FFF2-40B4-BE49-F238E27FC236}">
                <a16:creationId xmlns:a16="http://schemas.microsoft.com/office/drawing/2014/main" id="{D9F1E97F-D888-765C-4F4F-46F96137E0B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Marcador de contenido 3">
            <a:extLst>
              <a:ext uri="{FF2B5EF4-FFF2-40B4-BE49-F238E27FC236}">
                <a16:creationId xmlns:a16="http://schemas.microsoft.com/office/drawing/2014/main" id="{E7AA1356-83A2-62C1-D92C-3277B8FAC23F}"/>
              </a:ext>
            </a:extLst>
          </p:cNvPr>
          <p:cNvSpPr>
            <a:spLocks noGrp="1"/>
          </p:cNvSpPr>
          <p:nvPr>
            <p:ph sz="half" idx="2"/>
          </p:nvPr>
        </p:nvSpPr>
        <p:spPr>
          <a:xfrm>
            <a:off x="839788" y="2505075"/>
            <a:ext cx="5157787"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5" name="Marcador de texto 4">
            <a:extLst>
              <a:ext uri="{FF2B5EF4-FFF2-40B4-BE49-F238E27FC236}">
                <a16:creationId xmlns:a16="http://schemas.microsoft.com/office/drawing/2014/main" id="{AED957B2-E846-DCAE-3B43-2C28D81F2C5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Marcador de contenido 5">
            <a:extLst>
              <a:ext uri="{FF2B5EF4-FFF2-40B4-BE49-F238E27FC236}">
                <a16:creationId xmlns:a16="http://schemas.microsoft.com/office/drawing/2014/main" id="{5E8FD59B-2B6F-D28B-84F1-90B745DB5A1A}"/>
              </a:ext>
            </a:extLst>
          </p:cNvPr>
          <p:cNvSpPr>
            <a:spLocks noGrp="1"/>
          </p:cNvSpPr>
          <p:nvPr>
            <p:ph sz="quarter" idx="4"/>
          </p:nvPr>
        </p:nvSpPr>
        <p:spPr>
          <a:xfrm>
            <a:off x="6172200" y="2505075"/>
            <a:ext cx="5183188"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7" name="Marcador de fecha 6">
            <a:extLst>
              <a:ext uri="{FF2B5EF4-FFF2-40B4-BE49-F238E27FC236}">
                <a16:creationId xmlns:a16="http://schemas.microsoft.com/office/drawing/2014/main" id="{08A46277-61E8-BCCF-6840-CC2723A3B7A9}"/>
              </a:ext>
            </a:extLst>
          </p:cNvPr>
          <p:cNvSpPr>
            <a:spLocks noGrp="1"/>
          </p:cNvSpPr>
          <p:nvPr>
            <p:ph type="dt" sz="half" idx="10"/>
          </p:nvPr>
        </p:nvSpPr>
        <p:spPr/>
        <p:txBody>
          <a:bodyPr/>
          <a:lstStyle/>
          <a:p>
            <a:fld id="{94EDED0C-CC18-BE40-BE57-CAAFB40AF922}" type="datetimeFigureOut">
              <a:rPr lang="es-CO" smtClean="0"/>
              <a:t>14/09/2026</a:t>
            </a:fld>
            <a:endParaRPr lang="es-CO"/>
          </a:p>
        </p:txBody>
      </p:sp>
      <p:sp>
        <p:nvSpPr>
          <p:cNvPr id="8" name="Marcador de pie de página 7">
            <a:extLst>
              <a:ext uri="{FF2B5EF4-FFF2-40B4-BE49-F238E27FC236}">
                <a16:creationId xmlns:a16="http://schemas.microsoft.com/office/drawing/2014/main" id="{7CBC655F-44FB-3632-62DC-64A453BFFAD7}"/>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6F31D3E1-B488-483B-4948-62ED96473AC6}"/>
              </a:ext>
            </a:extLst>
          </p:cNvPr>
          <p:cNvSpPr>
            <a:spLocks noGrp="1"/>
          </p:cNvSpPr>
          <p:nvPr>
            <p:ph type="sldNum" sz="quarter" idx="12"/>
          </p:nvPr>
        </p:nvSpPr>
        <p:spPr/>
        <p:txBody>
          <a:bodyPr/>
          <a:lstStyle/>
          <a:p>
            <a:fld id="{448A9E64-630A-FB4E-B04D-F903D0721C28}" type="slidenum">
              <a:rPr lang="es-CO" smtClean="0"/>
              <a:t>‹#›</a:t>
            </a:fld>
            <a:endParaRPr lang="es-CO"/>
          </a:p>
        </p:txBody>
      </p:sp>
    </p:spTree>
    <p:extLst>
      <p:ext uri="{BB962C8B-B14F-4D97-AF65-F5344CB8AC3E}">
        <p14:creationId xmlns:p14="http://schemas.microsoft.com/office/powerpoint/2010/main" val="4007157389"/>
      </p:ext>
    </p:extLst>
  </p:cSld>
  <p:clrMapOvr>
    <a:masterClrMapping/>
  </p:clrMapOvr>
</p:sldLayout>
</file>

<file path=ppt/template/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93DEF9-AC4B-A4F8-76AF-DF0341FE078F}"/>
              </a:ext>
            </a:extLst>
          </p:cNvPr>
          <p:cNvSpPr>
            <a:spLocks noGrp="1"/>
          </p:cNvSpPr>
          <p:nvPr>
            <p:ph type="title"/>
          </p:nvPr>
        </p:nvSpPr>
        <p:spPr/>
        <p:txBody>
          <a:bodyPr/>
          <a:lstStyle/>
          <a:p>
            <a:r>
              <a:rPr lang="es-MX"/>
              <a:t>Haz clic para modificar el estilo de título del patrón</a:t>
            </a:r>
            <a:endParaRPr lang="es-CO"/>
          </a:p>
        </p:txBody>
      </p:sp>
      <p:sp>
        <p:nvSpPr>
          <p:cNvPr id="3" name="Marcador de fecha 2">
            <a:extLst>
              <a:ext uri="{FF2B5EF4-FFF2-40B4-BE49-F238E27FC236}">
                <a16:creationId xmlns:a16="http://schemas.microsoft.com/office/drawing/2014/main" id="{EEFA00B8-EE41-2DD9-59E8-9F60F2A951A4}"/>
              </a:ext>
            </a:extLst>
          </p:cNvPr>
          <p:cNvSpPr>
            <a:spLocks noGrp="1"/>
          </p:cNvSpPr>
          <p:nvPr>
            <p:ph type="dt" sz="half" idx="10"/>
          </p:nvPr>
        </p:nvSpPr>
        <p:spPr/>
        <p:txBody>
          <a:bodyPr/>
          <a:lstStyle/>
          <a:p>
            <a:fld id="{94EDED0C-CC18-BE40-BE57-CAAFB40AF922}" type="datetimeFigureOut">
              <a:rPr lang="es-CO" smtClean="0"/>
              <a:t>14/09/2026</a:t>
            </a:fld>
            <a:endParaRPr lang="es-CO"/>
          </a:p>
        </p:txBody>
      </p:sp>
      <p:sp>
        <p:nvSpPr>
          <p:cNvPr id="4" name="Marcador de pie de página 3">
            <a:extLst>
              <a:ext uri="{FF2B5EF4-FFF2-40B4-BE49-F238E27FC236}">
                <a16:creationId xmlns:a16="http://schemas.microsoft.com/office/drawing/2014/main" id="{6AA7EC50-4C8D-75C9-C4A1-A2D49896D1CC}"/>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B641FDC3-5C51-6E40-3728-F86B11AD6533}"/>
              </a:ext>
            </a:extLst>
          </p:cNvPr>
          <p:cNvSpPr>
            <a:spLocks noGrp="1"/>
          </p:cNvSpPr>
          <p:nvPr>
            <p:ph type="sldNum" sz="quarter" idx="12"/>
          </p:nvPr>
        </p:nvSpPr>
        <p:spPr/>
        <p:txBody>
          <a:bodyPr/>
          <a:lstStyle/>
          <a:p>
            <a:fld id="{448A9E64-630A-FB4E-B04D-F903D0721C28}" type="slidenum">
              <a:rPr lang="es-CO" smtClean="0"/>
              <a:t>‹#›</a:t>
            </a:fld>
            <a:endParaRPr lang="es-CO"/>
          </a:p>
        </p:txBody>
      </p:sp>
    </p:spTree>
    <p:extLst>
      <p:ext uri="{BB962C8B-B14F-4D97-AF65-F5344CB8AC3E}">
        <p14:creationId xmlns:p14="http://schemas.microsoft.com/office/powerpoint/2010/main" val="4282951338"/>
      </p:ext>
    </p:extLst>
  </p:cSld>
  <p:clrMapOvr>
    <a:masterClrMapping/>
  </p:clrMapOvr>
</p:sldLayout>
</file>

<file path=ppt/template/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A35A7C7D-87C5-729D-9417-3D6F8D8D6012}"/>
              </a:ext>
            </a:extLst>
          </p:cNvPr>
          <p:cNvSpPr>
            <a:spLocks noGrp="1"/>
          </p:cNvSpPr>
          <p:nvPr>
            <p:ph type="dt" sz="half" idx="10"/>
          </p:nvPr>
        </p:nvSpPr>
        <p:spPr/>
        <p:txBody>
          <a:bodyPr/>
          <a:lstStyle/>
          <a:p>
            <a:fld id="{94EDED0C-CC18-BE40-BE57-CAAFB40AF922}" type="datetimeFigureOut">
              <a:rPr lang="es-CO" smtClean="0"/>
              <a:t>14/09/2026</a:t>
            </a:fld>
            <a:endParaRPr lang="es-CO"/>
          </a:p>
        </p:txBody>
      </p:sp>
      <p:sp>
        <p:nvSpPr>
          <p:cNvPr id="3" name="Marcador de pie de página 2">
            <a:extLst>
              <a:ext uri="{FF2B5EF4-FFF2-40B4-BE49-F238E27FC236}">
                <a16:creationId xmlns:a16="http://schemas.microsoft.com/office/drawing/2014/main" id="{7ECD3B40-593F-8B84-C674-E57D9722E486}"/>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A8A97608-4C16-3BF0-6805-2554E6F65783}"/>
              </a:ext>
            </a:extLst>
          </p:cNvPr>
          <p:cNvSpPr>
            <a:spLocks noGrp="1"/>
          </p:cNvSpPr>
          <p:nvPr>
            <p:ph type="sldNum" sz="quarter" idx="12"/>
          </p:nvPr>
        </p:nvSpPr>
        <p:spPr/>
        <p:txBody>
          <a:bodyPr/>
          <a:lstStyle/>
          <a:p>
            <a:fld id="{448A9E64-630A-FB4E-B04D-F903D0721C28}" type="slidenum">
              <a:rPr lang="es-CO" smtClean="0"/>
              <a:t>‹#›</a:t>
            </a:fld>
            <a:endParaRPr lang="es-CO"/>
          </a:p>
        </p:txBody>
      </p:sp>
    </p:spTree>
    <p:extLst>
      <p:ext uri="{BB962C8B-B14F-4D97-AF65-F5344CB8AC3E}">
        <p14:creationId xmlns:p14="http://schemas.microsoft.com/office/powerpoint/2010/main" val="1476825662"/>
      </p:ext>
    </p:extLst>
  </p:cSld>
  <p:clrMapOvr>
    <a:masterClrMapping/>
  </p:clrMapOvr>
</p:sldLayout>
</file>

<file path=ppt/template/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28195E0-D68B-3285-DF32-CD9FB4606484}"/>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contenido 2">
            <a:extLst>
              <a:ext uri="{FF2B5EF4-FFF2-40B4-BE49-F238E27FC236}">
                <a16:creationId xmlns:a16="http://schemas.microsoft.com/office/drawing/2014/main" id="{202ED61C-26C6-947C-EBD0-39542FC687F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texto 3">
            <a:extLst>
              <a:ext uri="{FF2B5EF4-FFF2-40B4-BE49-F238E27FC236}">
                <a16:creationId xmlns:a16="http://schemas.microsoft.com/office/drawing/2014/main" id="{95DD3327-BD90-C5D5-0894-7B18170914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7F3CCA2D-0155-59D0-D0FF-D6CBD9B2A413}"/>
              </a:ext>
            </a:extLst>
          </p:cNvPr>
          <p:cNvSpPr>
            <a:spLocks noGrp="1"/>
          </p:cNvSpPr>
          <p:nvPr>
            <p:ph type="dt" sz="half" idx="10"/>
          </p:nvPr>
        </p:nvSpPr>
        <p:spPr/>
        <p:txBody>
          <a:bodyPr/>
          <a:lstStyle/>
          <a:p>
            <a:fld id="{94EDED0C-CC18-BE40-BE57-CAAFB40AF922}" type="datetimeFigureOut">
              <a:rPr lang="es-CO" smtClean="0"/>
              <a:t>14/09/2026</a:t>
            </a:fld>
            <a:endParaRPr lang="es-CO"/>
          </a:p>
        </p:txBody>
      </p:sp>
      <p:sp>
        <p:nvSpPr>
          <p:cNvPr id="6" name="Marcador de pie de página 5">
            <a:extLst>
              <a:ext uri="{FF2B5EF4-FFF2-40B4-BE49-F238E27FC236}">
                <a16:creationId xmlns:a16="http://schemas.microsoft.com/office/drawing/2014/main" id="{72C47621-8511-AB71-D5DD-23A5139A86C3}"/>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C267C0A7-6752-9136-B8AA-764F60EB358D}"/>
              </a:ext>
            </a:extLst>
          </p:cNvPr>
          <p:cNvSpPr>
            <a:spLocks noGrp="1"/>
          </p:cNvSpPr>
          <p:nvPr>
            <p:ph type="sldNum" sz="quarter" idx="12"/>
          </p:nvPr>
        </p:nvSpPr>
        <p:spPr/>
        <p:txBody>
          <a:bodyPr/>
          <a:lstStyle/>
          <a:p>
            <a:fld id="{448A9E64-630A-FB4E-B04D-F903D0721C28}" type="slidenum">
              <a:rPr lang="es-CO" smtClean="0"/>
              <a:t>‹#›</a:t>
            </a:fld>
            <a:endParaRPr lang="es-CO"/>
          </a:p>
        </p:txBody>
      </p:sp>
    </p:spTree>
    <p:extLst>
      <p:ext uri="{BB962C8B-B14F-4D97-AF65-F5344CB8AC3E}">
        <p14:creationId xmlns:p14="http://schemas.microsoft.com/office/powerpoint/2010/main" val="733285448"/>
      </p:ext>
    </p:extLst>
  </p:cSld>
  <p:clrMapOvr>
    <a:masterClrMapping/>
  </p:clrMapOvr>
</p:sldLayout>
</file>

<file path=ppt/template/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2924C1-38B1-D35A-A6B2-3F2A863FC0E9}"/>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posición de imagen 2">
            <a:extLst>
              <a:ext uri="{FF2B5EF4-FFF2-40B4-BE49-F238E27FC236}">
                <a16:creationId xmlns:a16="http://schemas.microsoft.com/office/drawing/2014/main" id="{375F916B-DCB9-3697-B616-7EAFD5E1F4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53EAB371-42A8-391A-FB85-8E492EA731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3AA4441C-2036-36A3-DABE-0BECADDA94AC}"/>
              </a:ext>
            </a:extLst>
          </p:cNvPr>
          <p:cNvSpPr>
            <a:spLocks noGrp="1"/>
          </p:cNvSpPr>
          <p:nvPr>
            <p:ph type="dt" sz="half" idx="10"/>
          </p:nvPr>
        </p:nvSpPr>
        <p:spPr/>
        <p:txBody>
          <a:bodyPr/>
          <a:lstStyle/>
          <a:p>
            <a:fld id="{94EDED0C-CC18-BE40-BE57-CAAFB40AF922}" type="datetimeFigureOut">
              <a:rPr lang="es-CO" smtClean="0"/>
              <a:t>14/09/2026</a:t>
            </a:fld>
            <a:endParaRPr lang="es-CO"/>
          </a:p>
        </p:txBody>
      </p:sp>
      <p:sp>
        <p:nvSpPr>
          <p:cNvPr id="6" name="Marcador de pie de página 5">
            <a:extLst>
              <a:ext uri="{FF2B5EF4-FFF2-40B4-BE49-F238E27FC236}">
                <a16:creationId xmlns:a16="http://schemas.microsoft.com/office/drawing/2014/main" id="{DD0AE411-49DB-53CD-A2DB-73BDFB671AC5}"/>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6D774EBE-AE05-E022-B5AC-A8106FBF367A}"/>
              </a:ext>
            </a:extLst>
          </p:cNvPr>
          <p:cNvSpPr>
            <a:spLocks noGrp="1"/>
          </p:cNvSpPr>
          <p:nvPr>
            <p:ph type="sldNum" sz="quarter" idx="12"/>
          </p:nvPr>
        </p:nvSpPr>
        <p:spPr/>
        <p:txBody>
          <a:bodyPr/>
          <a:lstStyle/>
          <a:p>
            <a:fld id="{448A9E64-630A-FB4E-B04D-F903D0721C28}" type="slidenum">
              <a:rPr lang="es-CO" smtClean="0"/>
              <a:t>‹#›</a:t>
            </a:fld>
            <a:endParaRPr lang="es-CO"/>
          </a:p>
        </p:txBody>
      </p:sp>
    </p:spTree>
    <p:extLst>
      <p:ext uri="{BB962C8B-B14F-4D97-AF65-F5344CB8AC3E}">
        <p14:creationId xmlns:p14="http://schemas.microsoft.com/office/powerpoint/2010/main" val="1309182192"/>
      </p:ext>
    </p:extLst>
  </p:cSld>
  <p:clrMapOvr>
    <a:masterClrMapping/>
  </p:clrMapOvr>
</p:sldLayout>
</file>

<file path=ppt/template/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330135-64E7-2A74-1ACF-BDAC207AEC8F}"/>
              </a:ext>
            </a:extLst>
          </p:cNvPr>
          <p:cNvSpPr>
            <a:spLocks noGrp="1"/>
          </p:cNvSpPr>
          <p:nvPr>
            <p:ph type="title"/>
          </p:nvPr>
        </p:nvSpPr>
        <p:spPr/>
        <p:txBody>
          <a:bodyPr/>
          <a:lstStyle/>
          <a:p>
            <a:r>
              <a:rPr lang="es-MX"/>
              <a:t>Haz clic para modificar el estilo de título del patrón</a:t>
            </a:r>
            <a:endParaRPr lang="es-CO"/>
          </a:p>
        </p:txBody>
      </p:sp>
      <p:sp>
        <p:nvSpPr>
          <p:cNvPr id="3" name="Marcador de texto vertical 2">
            <a:extLst>
              <a:ext uri="{FF2B5EF4-FFF2-40B4-BE49-F238E27FC236}">
                <a16:creationId xmlns:a16="http://schemas.microsoft.com/office/drawing/2014/main" id="{E36E6370-214F-2051-6639-7EB65778919E}"/>
              </a:ext>
            </a:extLst>
          </p:cNvPr>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fecha 3">
            <a:extLst>
              <a:ext uri="{FF2B5EF4-FFF2-40B4-BE49-F238E27FC236}">
                <a16:creationId xmlns:a16="http://schemas.microsoft.com/office/drawing/2014/main" id="{5FAC2551-41E1-43F8-22F4-464B9D0E280D}"/>
              </a:ext>
            </a:extLst>
          </p:cNvPr>
          <p:cNvSpPr>
            <a:spLocks noGrp="1"/>
          </p:cNvSpPr>
          <p:nvPr>
            <p:ph type="dt" sz="half" idx="10"/>
          </p:nvPr>
        </p:nvSpPr>
        <p:spPr/>
        <p:txBody>
          <a:bodyPr/>
          <a:lstStyle/>
          <a:p>
            <a:fld id="{94EDED0C-CC18-BE40-BE57-CAAFB40AF922}" type="datetimeFigureOut">
              <a:rPr lang="es-CO" smtClean="0"/>
              <a:t>14/09/2026</a:t>
            </a:fld>
            <a:endParaRPr lang="es-CO"/>
          </a:p>
        </p:txBody>
      </p:sp>
      <p:sp>
        <p:nvSpPr>
          <p:cNvPr id="5" name="Marcador de pie de página 4">
            <a:extLst>
              <a:ext uri="{FF2B5EF4-FFF2-40B4-BE49-F238E27FC236}">
                <a16:creationId xmlns:a16="http://schemas.microsoft.com/office/drawing/2014/main" id="{EB366784-CC00-4363-531C-3C696D306F9A}"/>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9C62BAB3-B2A0-0C7F-6D78-2EB30A2820B0}"/>
              </a:ext>
            </a:extLst>
          </p:cNvPr>
          <p:cNvSpPr>
            <a:spLocks noGrp="1"/>
          </p:cNvSpPr>
          <p:nvPr>
            <p:ph type="sldNum" sz="quarter" idx="12"/>
          </p:nvPr>
        </p:nvSpPr>
        <p:spPr/>
        <p:txBody>
          <a:bodyPr/>
          <a:lstStyle/>
          <a:p>
            <a:fld id="{448A9E64-630A-FB4E-B04D-F903D0721C28}" type="slidenum">
              <a:rPr lang="es-CO" smtClean="0"/>
              <a:t>‹#›</a:t>
            </a:fld>
            <a:endParaRPr lang="es-CO"/>
          </a:p>
        </p:txBody>
      </p:sp>
    </p:spTree>
    <p:extLst>
      <p:ext uri="{BB962C8B-B14F-4D97-AF65-F5344CB8AC3E}">
        <p14:creationId xmlns:p14="http://schemas.microsoft.com/office/powerpoint/2010/main" val="428211271"/>
      </p:ext>
    </p:extLst>
  </p:cSld>
  <p:clrMapOvr>
    <a:masterClrMapping/>
  </p:clrMapOvr>
</p:sldLayout>
</file>

<file path=ppt/template/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0CAC4CE-A8AC-284C-A303-B0B45BD33A72}"/>
              </a:ext>
            </a:extLst>
          </p:cNvPr>
          <p:cNvSpPr>
            <a:spLocks noGrp="1"/>
          </p:cNvSpPr>
          <p:nvPr>
            <p:ph type="title" orient="vert"/>
          </p:nvPr>
        </p:nvSpPr>
        <p:spPr>
          <a:xfrm>
            <a:off x="8724900" y="365125"/>
            <a:ext cx="2628900" cy="5811838"/>
          </a:xfrm>
        </p:spPr>
        <p:txBody>
          <a:bodyPr vert="eaVert"/>
          <a:lstStyle/>
          <a:p>
            <a:r>
              <a:rPr lang="es-MX"/>
              <a:t>Haz clic para modificar el estilo de título del patrón</a:t>
            </a:r>
            <a:endParaRPr lang="es-CO"/>
          </a:p>
        </p:txBody>
      </p:sp>
      <p:sp>
        <p:nvSpPr>
          <p:cNvPr id="3" name="Marcador de texto vertical 2">
            <a:extLst>
              <a:ext uri="{FF2B5EF4-FFF2-40B4-BE49-F238E27FC236}">
                <a16:creationId xmlns:a16="http://schemas.microsoft.com/office/drawing/2014/main" id="{A02D7710-B67A-E421-5FDA-3C1C7532A29A}"/>
              </a:ext>
            </a:extLst>
          </p:cNvPr>
          <p:cNvSpPr>
            <a:spLocks noGrp="1"/>
          </p:cNvSpPr>
          <p:nvPr>
            <p:ph type="body" orient="vert" idx="1"/>
          </p:nvPr>
        </p:nvSpPr>
        <p:spPr>
          <a:xfrm>
            <a:off x="838200" y="365125"/>
            <a:ext cx="7734300"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fecha 3">
            <a:extLst>
              <a:ext uri="{FF2B5EF4-FFF2-40B4-BE49-F238E27FC236}">
                <a16:creationId xmlns:a16="http://schemas.microsoft.com/office/drawing/2014/main" id="{CC52ABAF-9EA3-F079-D377-B94998887697}"/>
              </a:ext>
            </a:extLst>
          </p:cNvPr>
          <p:cNvSpPr>
            <a:spLocks noGrp="1"/>
          </p:cNvSpPr>
          <p:nvPr>
            <p:ph type="dt" sz="half" idx="10"/>
          </p:nvPr>
        </p:nvSpPr>
        <p:spPr/>
        <p:txBody>
          <a:bodyPr/>
          <a:lstStyle/>
          <a:p>
            <a:fld id="{94EDED0C-CC18-BE40-BE57-CAAFB40AF922}" type="datetimeFigureOut">
              <a:rPr lang="es-CO" smtClean="0"/>
              <a:t>14/09/2026</a:t>
            </a:fld>
            <a:endParaRPr lang="es-CO"/>
          </a:p>
        </p:txBody>
      </p:sp>
      <p:sp>
        <p:nvSpPr>
          <p:cNvPr id="5" name="Marcador de pie de página 4">
            <a:extLst>
              <a:ext uri="{FF2B5EF4-FFF2-40B4-BE49-F238E27FC236}">
                <a16:creationId xmlns:a16="http://schemas.microsoft.com/office/drawing/2014/main" id="{BA778A77-5011-B7AC-8429-D86D5435968B}"/>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7743F148-AA69-B306-18EE-27ABAAD9227B}"/>
              </a:ext>
            </a:extLst>
          </p:cNvPr>
          <p:cNvSpPr>
            <a:spLocks noGrp="1"/>
          </p:cNvSpPr>
          <p:nvPr>
            <p:ph type="sldNum" sz="quarter" idx="12"/>
          </p:nvPr>
        </p:nvSpPr>
        <p:spPr/>
        <p:txBody>
          <a:bodyPr/>
          <a:lstStyle/>
          <a:p>
            <a:fld id="{448A9E64-630A-FB4E-B04D-F903D0721C28}" type="slidenum">
              <a:rPr lang="es-CO" smtClean="0"/>
              <a:t>‹#›</a:t>
            </a:fld>
            <a:endParaRPr lang="es-CO"/>
          </a:p>
        </p:txBody>
      </p:sp>
    </p:spTree>
    <p:extLst>
      <p:ext uri="{BB962C8B-B14F-4D97-AF65-F5344CB8AC3E}">
        <p14:creationId xmlns:p14="http://schemas.microsoft.com/office/powerpoint/2010/main" val="489873693"/>
      </p:ext>
    </p:extLst>
  </p:cSld>
  <p:clrMapOvr>
    <a:masterClrMapping/>
  </p:clrMapOvr>
</p:sldLayout>
</file>

<file path=ppt/template/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template/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EF40743F-61E1-432A-C851-56696C8F64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CO"/>
          </a:p>
        </p:txBody>
      </p:sp>
      <p:sp>
        <p:nvSpPr>
          <p:cNvPr id="3" name="Marcador de texto 2">
            <a:extLst>
              <a:ext uri="{FF2B5EF4-FFF2-40B4-BE49-F238E27FC236}">
                <a16:creationId xmlns:a16="http://schemas.microsoft.com/office/drawing/2014/main" id="{908CC99C-BE8F-8EB6-0ECA-37946A30DE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fecha 3">
            <a:extLst>
              <a:ext uri="{FF2B5EF4-FFF2-40B4-BE49-F238E27FC236}">
                <a16:creationId xmlns:a16="http://schemas.microsoft.com/office/drawing/2014/main" id="{425BF70B-0119-F810-7755-A77DD8FD658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EDED0C-CC18-BE40-BE57-CAAFB40AF922}" type="datetimeFigureOut">
              <a:rPr lang="es-CO" smtClean="0"/>
              <a:t>14/09/2026</a:t>
            </a:fld>
            <a:endParaRPr lang="es-CO"/>
          </a:p>
        </p:txBody>
      </p:sp>
      <p:sp>
        <p:nvSpPr>
          <p:cNvPr id="5" name="Marcador de pie de página 4">
            <a:extLst>
              <a:ext uri="{FF2B5EF4-FFF2-40B4-BE49-F238E27FC236}">
                <a16:creationId xmlns:a16="http://schemas.microsoft.com/office/drawing/2014/main" id="{5D60CECE-4FA0-41F7-06B7-4412AA22B7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69F6617F-9AAC-24B9-2878-945B50A876D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48A9E64-630A-FB4E-B04D-F903D0721C28}" type="slidenum">
              <a:rPr lang="es-CO" smtClean="0"/>
              <a:t>‹#›</a:t>
            </a:fld>
            <a:endParaRPr lang="es-CO"/>
          </a:p>
        </p:txBody>
      </p:sp>
    </p:spTree>
    <p:extLst>
      <p:ext uri="{BB962C8B-B14F-4D97-AF65-F5344CB8AC3E}">
        <p14:creationId xmlns:p14="http://schemas.microsoft.com/office/powerpoint/2010/main" val="19038118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template/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2026-09-14T21:46:10.1830000Z</dcterms:created>
  <dcterms:modified xsi:type="dcterms:W3CDTF">2026-09-14T21:46:10.1830000Z</dcterms:modified>
</coreProperties>
</file>